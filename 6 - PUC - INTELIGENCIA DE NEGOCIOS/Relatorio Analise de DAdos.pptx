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handoutMasterIdLst>
    <p:handoutMasterId r:id="rId9"/>
  </p:handoutMasterIdLst>
  <p:sldIdLst>
    <p:sldId id="256" r:id="rId2"/>
    <p:sldId id="260" r:id="rId3"/>
    <p:sldId id="261" r:id="rId4"/>
    <p:sldId id="263" r:id="rId5"/>
    <p:sldId id="262" r:id="rId6"/>
    <p:sldId id="259" r:id="rId7"/>
  </p:sldIdLst>
  <p:sldSz cx="12192000" cy="6858000"/>
  <p:notesSz cx="7104063" cy="10234613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18D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BA626F7-DEEB-4374-92B8-FCE4040B57DB}" v="126" dt="2026-04-22T18:24:49.37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NDERSON GLEBER" userId="09e1ec09439faba7" providerId="LiveId" clId="{E1658DC4-5451-4F16-816E-9FE817B0AF7C}"/>
    <pc:docChg chg="undo custSel addSld delSld modSld sldOrd modNotesMaster modHandout">
      <pc:chgData name="HANDERSON GLEBER" userId="09e1ec09439faba7" providerId="LiveId" clId="{E1658DC4-5451-4F16-816E-9FE817B0AF7C}" dt="2026-04-22T18:26:49.508" v="3788" actId="207"/>
      <pc:docMkLst>
        <pc:docMk/>
      </pc:docMkLst>
      <pc:sldChg chg="addSp modSp new mod">
        <pc:chgData name="HANDERSON GLEBER" userId="09e1ec09439faba7" providerId="LiveId" clId="{E1658DC4-5451-4F16-816E-9FE817B0AF7C}" dt="2026-04-22T18:26:49.508" v="3788" actId="207"/>
        <pc:sldMkLst>
          <pc:docMk/>
          <pc:sldMk cId="383108943" sldId="256"/>
        </pc:sldMkLst>
        <pc:spChg chg="mod">
          <ac:chgData name="HANDERSON GLEBER" userId="09e1ec09439faba7" providerId="LiveId" clId="{E1658DC4-5451-4F16-816E-9FE817B0AF7C}" dt="2026-04-22T18:25:28.728" v="3775" actId="1076"/>
          <ac:spMkLst>
            <pc:docMk/>
            <pc:sldMk cId="383108943" sldId="256"/>
            <ac:spMk id="2" creationId="{3A8F2718-2CC4-4BCC-B090-5F0D8E93AB81}"/>
          </ac:spMkLst>
        </pc:spChg>
        <pc:spChg chg="mod">
          <ac:chgData name="HANDERSON GLEBER" userId="09e1ec09439faba7" providerId="LiveId" clId="{E1658DC4-5451-4F16-816E-9FE817B0AF7C}" dt="2026-04-22T18:25:16.004" v="3772" actId="14100"/>
          <ac:spMkLst>
            <pc:docMk/>
            <pc:sldMk cId="383108943" sldId="256"/>
            <ac:spMk id="3" creationId="{3AB063FC-D747-7FD4-C767-174FB8513BA0}"/>
          </ac:spMkLst>
        </pc:spChg>
        <pc:spChg chg="add mod">
          <ac:chgData name="HANDERSON GLEBER" userId="09e1ec09439faba7" providerId="LiveId" clId="{E1658DC4-5451-4F16-816E-9FE817B0AF7C}" dt="2026-04-22T18:26:49.508" v="3788" actId="207"/>
          <ac:spMkLst>
            <pc:docMk/>
            <pc:sldMk cId="383108943" sldId="256"/>
            <ac:spMk id="7" creationId="{439C3187-1494-5A11-8791-DB2EBD09EA84}"/>
          </ac:spMkLst>
        </pc:spChg>
        <pc:spChg chg="add mod">
          <ac:chgData name="HANDERSON GLEBER" userId="09e1ec09439faba7" providerId="LiveId" clId="{E1658DC4-5451-4F16-816E-9FE817B0AF7C}" dt="2026-04-22T18:26:36.003" v="3787" actId="208"/>
          <ac:spMkLst>
            <pc:docMk/>
            <pc:sldMk cId="383108943" sldId="256"/>
            <ac:spMk id="8" creationId="{3BB50022-66C2-7209-D4F6-51FA75D05763}"/>
          </ac:spMkLst>
        </pc:spChg>
        <pc:picChg chg="add mod">
          <ac:chgData name="HANDERSON GLEBER" userId="09e1ec09439faba7" providerId="LiveId" clId="{E1658DC4-5451-4F16-816E-9FE817B0AF7C}" dt="2026-04-22T18:26:26.883" v="3786" actId="1076"/>
          <ac:picMkLst>
            <pc:docMk/>
            <pc:sldMk cId="383108943" sldId="256"/>
            <ac:picMk id="6" creationId="{3BED254C-4F2B-71BC-49F8-C6065713CF7B}"/>
          </ac:picMkLst>
        </pc:picChg>
      </pc:sldChg>
      <pc:sldChg chg="modSp new del mod ord">
        <pc:chgData name="HANDERSON GLEBER" userId="09e1ec09439faba7" providerId="LiveId" clId="{E1658DC4-5451-4F16-816E-9FE817B0AF7C}" dt="2026-04-22T18:00:26.478" v="3654" actId="47"/>
        <pc:sldMkLst>
          <pc:docMk/>
          <pc:sldMk cId="358663584" sldId="257"/>
        </pc:sldMkLst>
        <pc:spChg chg="mod">
          <ac:chgData name="HANDERSON GLEBER" userId="09e1ec09439faba7" providerId="LiveId" clId="{E1658DC4-5451-4F16-816E-9FE817B0AF7C}" dt="2026-04-22T14:05:22.250" v="34"/>
          <ac:spMkLst>
            <pc:docMk/>
            <pc:sldMk cId="358663584" sldId="257"/>
            <ac:spMk id="2" creationId="{5C52ABE0-BE37-20BD-D01C-2DFA75A374C4}"/>
          </ac:spMkLst>
        </pc:spChg>
        <pc:spChg chg="mod">
          <ac:chgData name="HANDERSON GLEBER" userId="09e1ec09439faba7" providerId="LiveId" clId="{E1658DC4-5451-4F16-816E-9FE817B0AF7C}" dt="2026-04-22T14:42:28.778" v="691" actId="20577"/>
          <ac:spMkLst>
            <pc:docMk/>
            <pc:sldMk cId="358663584" sldId="257"/>
            <ac:spMk id="3" creationId="{748F9865-E77B-5035-C547-A9AFBE4D4A6C}"/>
          </ac:spMkLst>
        </pc:spChg>
      </pc:sldChg>
      <pc:sldChg chg="modSp new del mod">
        <pc:chgData name="HANDERSON GLEBER" userId="09e1ec09439faba7" providerId="LiveId" clId="{E1658DC4-5451-4F16-816E-9FE817B0AF7C}" dt="2026-04-22T18:20:22.544" v="3658" actId="47"/>
        <pc:sldMkLst>
          <pc:docMk/>
          <pc:sldMk cId="2665037328" sldId="258"/>
        </pc:sldMkLst>
        <pc:spChg chg="mod">
          <ac:chgData name="HANDERSON GLEBER" userId="09e1ec09439faba7" providerId="LiveId" clId="{E1658DC4-5451-4F16-816E-9FE817B0AF7C}" dt="2026-04-22T14:05:19.563" v="33"/>
          <ac:spMkLst>
            <pc:docMk/>
            <pc:sldMk cId="2665037328" sldId="258"/>
            <ac:spMk id="2" creationId="{040CE9D4-D7E9-E6CB-1D81-8A2B6483F015}"/>
          </ac:spMkLst>
        </pc:spChg>
        <pc:spChg chg="mod">
          <ac:chgData name="HANDERSON GLEBER" userId="09e1ec09439faba7" providerId="LiveId" clId="{E1658DC4-5451-4F16-816E-9FE817B0AF7C}" dt="2026-04-22T14:05:11.177" v="32" actId="20577"/>
          <ac:spMkLst>
            <pc:docMk/>
            <pc:sldMk cId="2665037328" sldId="258"/>
            <ac:spMk id="3" creationId="{E4309F65-1BB8-E9FE-C8F2-DDD9DA4A67BD}"/>
          </ac:spMkLst>
        </pc:spChg>
      </pc:sldChg>
      <pc:sldChg chg="addSp delSp modSp add mod">
        <pc:chgData name="HANDERSON GLEBER" userId="09e1ec09439faba7" providerId="LiveId" clId="{E1658DC4-5451-4F16-816E-9FE817B0AF7C}" dt="2026-04-22T18:21:19.535" v="3729" actId="242"/>
        <pc:sldMkLst>
          <pc:docMk/>
          <pc:sldMk cId="3348439167" sldId="259"/>
        </pc:sldMkLst>
        <pc:spChg chg="mod">
          <ac:chgData name="HANDERSON GLEBER" userId="09e1ec09439faba7" providerId="LiveId" clId="{E1658DC4-5451-4F16-816E-9FE817B0AF7C}" dt="2026-04-22T14:05:30.823" v="36"/>
          <ac:spMkLst>
            <pc:docMk/>
            <pc:sldMk cId="3348439167" sldId="259"/>
            <ac:spMk id="2" creationId="{C3D9BD09-32CE-40D2-985D-CDCD589B16CC}"/>
          </ac:spMkLst>
        </pc:spChg>
        <pc:spChg chg="mod">
          <ac:chgData name="HANDERSON GLEBER" userId="09e1ec09439faba7" providerId="LiveId" clId="{E1658DC4-5451-4F16-816E-9FE817B0AF7C}" dt="2026-04-22T18:21:19.535" v="3729" actId="242"/>
          <ac:spMkLst>
            <pc:docMk/>
            <pc:sldMk cId="3348439167" sldId="259"/>
            <ac:spMk id="3" creationId="{81609F50-98BB-F4EF-1B56-1DCA0CFA966E}"/>
          </ac:spMkLst>
        </pc:spChg>
        <pc:spChg chg="add del">
          <ac:chgData name="HANDERSON GLEBER" userId="09e1ec09439faba7" providerId="LiveId" clId="{E1658DC4-5451-4F16-816E-9FE817B0AF7C}" dt="2026-04-22T14:25:51.422" v="571" actId="22"/>
          <ac:spMkLst>
            <pc:docMk/>
            <pc:sldMk cId="3348439167" sldId="259"/>
            <ac:spMk id="5" creationId="{12DF55FD-E14B-2D24-2FC4-717823EBF4F0}"/>
          </ac:spMkLst>
        </pc:spChg>
      </pc:sldChg>
      <pc:sldChg chg="addSp delSp modSp new mod modClrScheme chgLayout">
        <pc:chgData name="HANDERSON GLEBER" userId="09e1ec09439faba7" providerId="LiveId" clId="{E1658DC4-5451-4F16-816E-9FE817B0AF7C}" dt="2026-04-22T17:36:04.828" v="2776" actId="14100"/>
        <pc:sldMkLst>
          <pc:docMk/>
          <pc:sldMk cId="1506437159" sldId="260"/>
        </pc:sldMkLst>
        <pc:spChg chg="del">
          <ac:chgData name="HANDERSON GLEBER" userId="09e1ec09439faba7" providerId="LiveId" clId="{E1658DC4-5451-4F16-816E-9FE817B0AF7C}" dt="2026-04-22T14:35:07.376" v="592" actId="700"/>
          <ac:spMkLst>
            <pc:docMk/>
            <pc:sldMk cId="1506437159" sldId="260"/>
            <ac:spMk id="2" creationId="{A60B390E-D85A-8978-01ED-E2A3DE054D5E}"/>
          </ac:spMkLst>
        </pc:spChg>
        <pc:spChg chg="del">
          <ac:chgData name="HANDERSON GLEBER" userId="09e1ec09439faba7" providerId="LiveId" clId="{E1658DC4-5451-4F16-816E-9FE817B0AF7C}" dt="2026-04-22T14:27:22.691" v="578" actId="478"/>
          <ac:spMkLst>
            <pc:docMk/>
            <pc:sldMk cId="1506437159" sldId="260"/>
            <ac:spMk id="3" creationId="{53200466-3C68-2B2D-CB13-70581298EFB7}"/>
          </ac:spMkLst>
        </pc:spChg>
        <pc:spChg chg="add mod">
          <ac:chgData name="HANDERSON GLEBER" userId="09e1ec09439faba7" providerId="LiveId" clId="{E1658DC4-5451-4F16-816E-9FE817B0AF7C}" dt="2026-04-22T14:46:38.948" v="784" actId="14100"/>
          <ac:spMkLst>
            <pc:docMk/>
            <pc:sldMk cId="1506437159" sldId="260"/>
            <ac:spMk id="8" creationId="{493A7F11-5BA4-23A8-1A9B-3E942B0E13E4}"/>
          </ac:spMkLst>
        </pc:spChg>
        <pc:spChg chg="add mod">
          <ac:chgData name="HANDERSON GLEBER" userId="09e1ec09439faba7" providerId="LiveId" clId="{E1658DC4-5451-4F16-816E-9FE817B0AF7C}" dt="2026-04-22T14:48:22.193" v="930" actId="20577"/>
          <ac:spMkLst>
            <pc:docMk/>
            <pc:sldMk cId="1506437159" sldId="260"/>
            <ac:spMk id="9" creationId="{433C6D33-420A-69B0-955C-7208024F98A2}"/>
          </ac:spMkLst>
        </pc:spChg>
        <pc:spChg chg="add del mod">
          <ac:chgData name="HANDERSON GLEBER" userId="09e1ec09439faba7" providerId="LiveId" clId="{E1658DC4-5451-4F16-816E-9FE817B0AF7C}" dt="2026-04-22T14:42:09.038" v="664" actId="478"/>
          <ac:spMkLst>
            <pc:docMk/>
            <pc:sldMk cId="1506437159" sldId="260"/>
            <ac:spMk id="13" creationId="{2D3B31FF-F1B2-CAF3-60A0-C6F3BB0BEB09}"/>
          </ac:spMkLst>
        </pc:spChg>
        <pc:spChg chg="add mod">
          <ac:chgData name="HANDERSON GLEBER" userId="09e1ec09439faba7" providerId="LiveId" clId="{E1658DC4-5451-4F16-816E-9FE817B0AF7C}" dt="2026-04-22T17:36:04.828" v="2776" actId="14100"/>
          <ac:spMkLst>
            <pc:docMk/>
            <pc:sldMk cId="1506437159" sldId="260"/>
            <ac:spMk id="14" creationId="{485AC768-F091-2907-125E-5F808A735E8E}"/>
          </ac:spMkLst>
        </pc:spChg>
        <pc:spChg chg="add mod">
          <ac:chgData name="HANDERSON GLEBER" userId="09e1ec09439faba7" providerId="LiveId" clId="{E1658DC4-5451-4F16-816E-9FE817B0AF7C}" dt="2026-04-22T14:46:45.945" v="785" actId="13822"/>
          <ac:spMkLst>
            <pc:docMk/>
            <pc:sldMk cId="1506437159" sldId="260"/>
            <ac:spMk id="15" creationId="{B1A0642E-B9B8-5D41-2018-BCA2C1D26384}"/>
          </ac:spMkLst>
        </pc:spChg>
        <pc:spChg chg="add mod">
          <ac:chgData name="HANDERSON GLEBER" userId="09e1ec09439faba7" providerId="LiveId" clId="{E1658DC4-5451-4F16-816E-9FE817B0AF7C}" dt="2026-04-22T14:48:19.095" v="929" actId="20577"/>
          <ac:spMkLst>
            <pc:docMk/>
            <pc:sldMk cId="1506437159" sldId="260"/>
            <ac:spMk id="16" creationId="{16FECFA9-577C-0771-F2D5-A15F80E5649A}"/>
          </ac:spMkLst>
        </pc:spChg>
        <pc:spChg chg="add mod">
          <ac:chgData name="HANDERSON GLEBER" userId="09e1ec09439faba7" providerId="LiveId" clId="{E1658DC4-5451-4F16-816E-9FE817B0AF7C}" dt="2026-04-22T17:36:02.330" v="2775" actId="14100"/>
          <ac:spMkLst>
            <pc:docMk/>
            <pc:sldMk cId="1506437159" sldId="260"/>
            <ac:spMk id="17" creationId="{1F5898F1-F22B-B118-1354-0347E4E817DE}"/>
          </ac:spMkLst>
        </pc:spChg>
        <pc:spChg chg="add mod">
          <ac:chgData name="HANDERSON GLEBER" userId="09e1ec09439faba7" providerId="LiveId" clId="{E1658DC4-5451-4F16-816E-9FE817B0AF7C}" dt="2026-04-22T14:56:27.239" v="1063"/>
          <ac:spMkLst>
            <pc:docMk/>
            <pc:sldMk cId="1506437159" sldId="260"/>
            <ac:spMk id="18" creationId="{A28FFAA9-E911-357A-7DF6-05C1205E6280}"/>
          </ac:spMkLst>
        </pc:spChg>
        <pc:picChg chg="add del mod">
          <ac:chgData name="HANDERSON GLEBER" userId="09e1ec09439faba7" providerId="LiveId" clId="{E1658DC4-5451-4F16-816E-9FE817B0AF7C}" dt="2026-04-22T14:28:49.170" v="586" actId="478"/>
          <ac:picMkLst>
            <pc:docMk/>
            <pc:sldMk cId="1506437159" sldId="260"/>
            <ac:picMk id="5" creationId="{A01FBD4B-7A6B-A40A-0A4C-A9C671B69E2A}"/>
          </ac:picMkLst>
        </pc:picChg>
        <pc:picChg chg="add mod">
          <ac:chgData name="HANDERSON GLEBER" userId="09e1ec09439faba7" providerId="LiveId" clId="{E1658DC4-5451-4F16-816E-9FE817B0AF7C}" dt="2026-04-22T14:43:35.220" v="746" actId="34135"/>
          <ac:picMkLst>
            <pc:docMk/>
            <pc:sldMk cId="1506437159" sldId="260"/>
            <ac:picMk id="7" creationId="{7BE61418-4010-6352-0838-D02B39B6D56E}"/>
          </ac:picMkLst>
        </pc:picChg>
        <pc:cxnChg chg="add del mod">
          <ac:chgData name="HANDERSON GLEBER" userId="09e1ec09439faba7" providerId="LiveId" clId="{E1658DC4-5451-4F16-816E-9FE817B0AF7C}" dt="2026-04-22T14:40:59.244" v="644" actId="478"/>
          <ac:cxnSpMkLst>
            <pc:docMk/>
            <pc:sldMk cId="1506437159" sldId="260"/>
            <ac:cxnSpMk id="11" creationId="{980C409B-4708-EC7F-CC4E-DCA9A984D278}"/>
          </ac:cxnSpMkLst>
        </pc:cxnChg>
      </pc:sldChg>
      <pc:sldChg chg="addSp delSp modSp add mod">
        <pc:chgData name="HANDERSON GLEBER" userId="09e1ec09439faba7" providerId="LiveId" clId="{E1658DC4-5451-4F16-816E-9FE817B0AF7C}" dt="2026-04-22T17:37:30.260" v="2884" actId="403"/>
        <pc:sldMkLst>
          <pc:docMk/>
          <pc:sldMk cId="986956639" sldId="261"/>
        </pc:sldMkLst>
        <pc:spChg chg="add del mod">
          <ac:chgData name="HANDERSON GLEBER" userId="09e1ec09439faba7" providerId="LiveId" clId="{E1658DC4-5451-4F16-816E-9FE817B0AF7C}" dt="2026-04-22T15:04:18.572" v="1118" actId="478"/>
          <ac:spMkLst>
            <pc:docMk/>
            <pc:sldMk cId="986956639" sldId="261"/>
            <ac:spMk id="4" creationId="{4F3DB048-7B8A-D2D4-C0DA-D531974512FA}"/>
          </ac:spMkLst>
        </pc:spChg>
        <pc:spChg chg="add del mod">
          <ac:chgData name="HANDERSON GLEBER" userId="09e1ec09439faba7" providerId="LiveId" clId="{E1658DC4-5451-4F16-816E-9FE817B0AF7C}" dt="2026-04-22T15:04:18.572" v="1118" actId="478"/>
          <ac:spMkLst>
            <pc:docMk/>
            <pc:sldMk cId="986956639" sldId="261"/>
            <ac:spMk id="5" creationId="{DBF38711-8536-EA1E-99D9-3DDE8C3C5882}"/>
          </ac:spMkLst>
        </pc:spChg>
        <pc:spChg chg="add del mod">
          <ac:chgData name="HANDERSON GLEBER" userId="09e1ec09439faba7" providerId="LiveId" clId="{E1658DC4-5451-4F16-816E-9FE817B0AF7C}" dt="2026-04-22T15:04:18.572" v="1118" actId="478"/>
          <ac:spMkLst>
            <pc:docMk/>
            <pc:sldMk cId="986956639" sldId="261"/>
            <ac:spMk id="6" creationId="{B485CF99-F58B-AAE7-0CCD-22C28BAB54F5}"/>
          </ac:spMkLst>
        </pc:spChg>
        <pc:spChg chg="del">
          <ac:chgData name="HANDERSON GLEBER" userId="09e1ec09439faba7" providerId="LiveId" clId="{E1658DC4-5451-4F16-816E-9FE817B0AF7C}" dt="2026-04-22T14:56:45.342" v="1085" actId="478"/>
          <ac:spMkLst>
            <pc:docMk/>
            <pc:sldMk cId="986956639" sldId="261"/>
            <ac:spMk id="8" creationId="{B0BE2877-7E48-C9A8-95B5-AE46F71A42C1}"/>
          </ac:spMkLst>
        </pc:spChg>
        <pc:spChg chg="del">
          <ac:chgData name="HANDERSON GLEBER" userId="09e1ec09439faba7" providerId="LiveId" clId="{E1658DC4-5451-4F16-816E-9FE817B0AF7C}" dt="2026-04-22T14:56:45.342" v="1085" actId="478"/>
          <ac:spMkLst>
            <pc:docMk/>
            <pc:sldMk cId="986956639" sldId="261"/>
            <ac:spMk id="9" creationId="{76F9DEF3-13E5-8F95-3D3D-90F3F1E4A1A1}"/>
          </ac:spMkLst>
        </pc:spChg>
        <pc:spChg chg="add del mod">
          <ac:chgData name="HANDERSON GLEBER" userId="09e1ec09439faba7" providerId="LiveId" clId="{E1658DC4-5451-4F16-816E-9FE817B0AF7C}" dt="2026-04-22T15:04:18.572" v="1118" actId="478"/>
          <ac:spMkLst>
            <pc:docMk/>
            <pc:sldMk cId="986956639" sldId="261"/>
            <ac:spMk id="10" creationId="{89D0A563-F2E7-2011-D295-A76508379C4E}"/>
          </ac:spMkLst>
        </pc:spChg>
        <pc:spChg chg="mod">
          <ac:chgData name="HANDERSON GLEBER" userId="09e1ec09439faba7" providerId="LiveId" clId="{E1658DC4-5451-4F16-816E-9FE817B0AF7C}" dt="2026-04-22T17:37:30.260" v="2884" actId="403"/>
          <ac:spMkLst>
            <pc:docMk/>
            <pc:sldMk cId="986956639" sldId="261"/>
            <ac:spMk id="14" creationId="{34D042A2-EB58-F5B7-2D01-053891104186}"/>
          </ac:spMkLst>
        </pc:spChg>
        <pc:spChg chg="del">
          <ac:chgData name="HANDERSON GLEBER" userId="09e1ec09439faba7" providerId="LiveId" clId="{E1658DC4-5451-4F16-816E-9FE817B0AF7C}" dt="2026-04-22T14:56:45.342" v="1085" actId="478"/>
          <ac:spMkLst>
            <pc:docMk/>
            <pc:sldMk cId="986956639" sldId="261"/>
            <ac:spMk id="15" creationId="{CEDB4688-9F72-7DCB-45BC-6B0E4633EA46}"/>
          </ac:spMkLst>
        </pc:spChg>
        <pc:spChg chg="del">
          <ac:chgData name="HANDERSON GLEBER" userId="09e1ec09439faba7" providerId="LiveId" clId="{E1658DC4-5451-4F16-816E-9FE817B0AF7C}" dt="2026-04-22T14:56:45.342" v="1085" actId="478"/>
          <ac:spMkLst>
            <pc:docMk/>
            <pc:sldMk cId="986956639" sldId="261"/>
            <ac:spMk id="16" creationId="{0CA35DEB-E678-D4AF-33C3-51F517F249F0}"/>
          </ac:spMkLst>
        </pc:spChg>
        <pc:spChg chg="mod ord">
          <ac:chgData name="HANDERSON GLEBER" userId="09e1ec09439faba7" providerId="LiveId" clId="{E1658DC4-5451-4F16-816E-9FE817B0AF7C}" dt="2026-04-22T17:37:14.759" v="2881" actId="113"/>
          <ac:spMkLst>
            <pc:docMk/>
            <pc:sldMk cId="986956639" sldId="261"/>
            <ac:spMk id="17" creationId="{0F019921-1A2C-95DA-8FD7-A19958F8B769}"/>
          </ac:spMkLst>
        </pc:spChg>
        <pc:spChg chg="add del mod">
          <ac:chgData name="HANDERSON GLEBER" userId="09e1ec09439faba7" providerId="LiveId" clId="{E1658DC4-5451-4F16-816E-9FE817B0AF7C}" dt="2026-04-22T15:25:02.971" v="1759" actId="478"/>
          <ac:spMkLst>
            <pc:docMk/>
            <pc:sldMk cId="986956639" sldId="261"/>
            <ac:spMk id="47" creationId="{8AB0871C-10F7-E6BC-427B-77136A988B45}"/>
          </ac:spMkLst>
        </pc:spChg>
        <pc:spChg chg="add mod">
          <ac:chgData name="HANDERSON GLEBER" userId="09e1ec09439faba7" providerId="LiveId" clId="{E1658DC4-5451-4F16-816E-9FE817B0AF7C}" dt="2026-04-22T15:24:59.396" v="1755"/>
          <ac:spMkLst>
            <pc:docMk/>
            <pc:sldMk cId="986956639" sldId="261"/>
            <ac:spMk id="48" creationId="{997A05BD-F505-A6D5-F485-4EA4C43CD441}"/>
          </ac:spMkLst>
        </pc:spChg>
        <pc:spChg chg="add del mod">
          <ac:chgData name="HANDERSON GLEBER" userId="09e1ec09439faba7" providerId="LiveId" clId="{E1658DC4-5451-4F16-816E-9FE817B0AF7C}" dt="2026-04-22T15:26:25.759" v="1788" actId="478"/>
          <ac:spMkLst>
            <pc:docMk/>
            <pc:sldMk cId="986956639" sldId="261"/>
            <ac:spMk id="49" creationId="{F71082BC-BA44-75CA-8412-637B7D4987D7}"/>
          </ac:spMkLst>
        </pc:spChg>
        <pc:spChg chg="add del mod">
          <ac:chgData name="HANDERSON GLEBER" userId="09e1ec09439faba7" providerId="LiveId" clId="{E1658DC4-5451-4F16-816E-9FE817B0AF7C}" dt="2026-04-22T15:26:23.638" v="1787" actId="478"/>
          <ac:spMkLst>
            <pc:docMk/>
            <pc:sldMk cId="986956639" sldId="261"/>
            <ac:spMk id="50" creationId="{D3D469C6-94E2-9F1B-BDD7-D53B86B37658}"/>
          </ac:spMkLst>
        </pc:spChg>
        <pc:spChg chg="add del mod">
          <ac:chgData name="HANDERSON GLEBER" userId="09e1ec09439faba7" providerId="LiveId" clId="{E1658DC4-5451-4F16-816E-9FE817B0AF7C}" dt="2026-04-22T15:26:21.627" v="1786" actId="478"/>
          <ac:spMkLst>
            <pc:docMk/>
            <pc:sldMk cId="986956639" sldId="261"/>
            <ac:spMk id="51" creationId="{69D677FE-4C21-6AD8-A56B-D54EFD486556}"/>
          </ac:spMkLst>
        </pc:spChg>
        <pc:spChg chg="add mod">
          <ac:chgData name="HANDERSON GLEBER" userId="09e1ec09439faba7" providerId="LiveId" clId="{E1658DC4-5451-4F16-816E-9FE817B0AF7C}" dt="2026-04-22T15:32:57.968" v="1946" actId="34135"/>
          <ac:spMkLst>
            <pc:docMk/>
            <pc:sldMk cId="986956639" sldId="261"/>
            <ac:spMk id="52" creationId="{18F3AA46-EDAF-2D6B-FAA7-6F6D85DFFB8D}"/>
          </ac:spMkLst>
        </pc:spChg>
        <pc:spChg chg="add mod">
          <ac:chgData name="HANDERSON GLEBER" userId="09e1ec09439faba7" providerId="LiveId" clId="{E1658DC4-5451-4F16-816E-9FE817B0AF7C}" dt="2026-04-22T15:32:57.968" v="1946" actId="34135"/>
          <ac:spMkLst>
            <pc:docMk/>
            <pc:sldMk cId="986956639" sldId="261"/>
            <ac:spMk id="53" creationId="{D6FC4977-4C18-D97E-4113-5B6DE0BBE724}"/>
          </ac:spMkLst>
        </pc:spChg>
        <pc:spChg chg="add mod">
          <ac:chgData name="HANDERSON GLEBER" userId="09e1ec09439faba7" providerId="LiveId" clId="{E1658DC4-5451-4F16-816E-9FE817B0AF7C}" dt="2026-04-22T15:32:57.968" v="1946" actId="34135"/>
          <ac:spMkLst>
            <pc:docMk/>
            <pc:sldMk cId="986956639" sldId="261"/>
            <ac:spMk id="54" creationId="{B45A183A-EA31-0726-587E-549076C3F251}"/>
          </ac:spMkLst>
        </pc:spChg>
        <pc:spChg chg="add mod">
          <ac:chgData name="HANDERSON GLEBER" userId="09e1ec09439faba7" providerId="LiveId" clId="{E1658DC4-5451-4F16-816E-9FE817B0AF7C}" dt="2026-04-22T15:32:57.968" v="1946" actId="34135"/>
          <ac:spMkLst>
            <pc:docMk/>
            <pc:sldMk cId="986956639" sldId="261"/>
            <ac:spMk id="55" creationId="{A46FC51A-143C-7448-1A06-040835CA2D07}"/>
          </ac:spMkLst>
        </pc:spChg>
        <pc:spChg chg="add mod">
          <ac:chgData name="HANDERSON GLEBER" userId="09e1ec09439faba7" providerId="LiveId" clId="{E1658DC4-5451-4F16-816E-9FE817B0AF7C}" dt="2026-04-22T15:32:57.968" v="1946" actId="34135"/>
          <ac:spMkLst>
            <pc:docMk/>
            <pc:sldMk cId="986956639" sldId="261"/>
            <ac:spMk id="56" creationId="{79F861FB-F9F7-3913-2CBA-CBF0AF454C56}"/>
          </ac:spMkLst>
        </pc:spChg>
        <pc:spChg chg="add mod">
          <ac:chgData name="HANDERSON GLEBER" userId="09e1ec09439faba7" providerId="LiveId" clId="{E1658DC4-5451-4F16-816E-9FE817B0AF7C}" dt="2026-04-22T15:32:57.968" v="1946" actId="34135"/>
          <ac:spMkLst>
            <pc:docMk/>
            <pc:sldMk cId="986956639" sldId="261"/>
            <ac:spMk id="57" creationId="{50C68640-352E-735D-AA87-7F3AA594C9A2}"/>
          </ac:spMkLst>
        </pc:spChg>
        <pc:spChg chg="add mod">
          <ac:chgData name="HANDERSON GLEBER" userId="09e1ec09439faba7" providerId="LiveId" clId="{E1658DC4-5451-4F16-816E-9FE817B0AF7C}" dt="2026-04-22T15:32:57.968" v="1946" actId="34135"/>
          <ac:spMkLst>
            <pc:docMk/>
            <pc:sldMk cId="986956639" sldId="261"/>
            <ac:spMk id="58" creationId="{380786FF-CE15-F9D2-6616-9D29924EDB09}"/>
          </ac:spMkLst>
        </pc:spChg>
        <pc:picChg chg="add del mod">
          <ac:chgData name="HANDERSON GLEBER" userId="09e1ec09439faba7" providerId="LiveId" clId="{E1658DC4-5451-4F16-816E-9FE817B0AF7C}" dt="2026-04-22T15:04:12.730" v="1115" actId="478"/>
          <ac:picMkLst>
            <pc:docMk/>
            <pc:sldMk cId="986956639" sldId="261"/>
            <ac:picMk id="3" creationId="{F30284EC-94B6-360D-4516-FBE15C86982A}"/>
          </ac:picMkLst>
        </pc:picChg>
        <pc:picChg chg="del">
          <ac:chgData name="HANDERSON GLEBER" userId="09e1ec09439faba7" providerId="LiveId" clId="{E1658DC4-5451-4F16-816E-9FE817B0AF7C}" dt="2026-04-22T14:56:43.076" v="1084" actId="478"/>
          <ac:picMkLst>
            <pc:docMk/>
            <pc:sldMk cId="986956639" sldId="261"/>
            <ac:picMk id="7" creationId="{091EEDB7-A589-D312-0FCB-034C4AED3E16}"/>
          </ac:picMkLst>
        </pc:picChg>
        <pc:picChg chg="add mod ord modCrop">
          <ac:chgData name="HANDERSON GLEBER" userId="09e1ec09439faba7" providerId="LiveId" clId="{E1658DC4-5451-4F16-816E-9FE817B0AF7C}" dt="2026-04-22T15:32:57.968" v="1946" actId="34135"/>
          <ac:picMkLst>
            <pc:docMk/>
            <pc:sldMk cId="986956639" sldId="261"/>
            <ac:picMk id="12" creationId="{303B5E7A-D0AC-869E-3F8E-001B2232686E}"/>
          </ac:picMkLst>
        </pc:picChg>
        <pc:picChg chg="add mod modCrop">
          <ac:chgData name="HANDERSON GLEBER" userId="09e1ec09439faba7" providerId="LiveId" clId="{E1658DC4-5451-4F16-816E-9FE817B0AF7C}" dt="2026-04-22T15:32:57.968" v="1946" actId="34135"/>
          <ac:picMkLst>
            <pc:docMk/>
            <pc:sldMk cId="986956639" sldId="261"/>
            <ac:picMk id="18" creationId="{4D56CDA7-4629-CE50-4318-A91B81610D02}"/>
          </ac:picMkLst>
        </pc:picChg>
        <pc:picChg chg="add mod modCrop">
          <ac:chgData name="HANDERSON GLEBER" userId="09e1ec09439faba7" providerId="LiveId" clId="{E1658DC4-5451-4F16-816E-9FE817B0AF7C}" dt="2026-04-22T15:32:57.968" v="1946" actId="34135"/>
          <ac:picMkLst>
            <pc:docMk/>
            <pc:sldMk cId="986956639" sldId="261"/>
            <ac:picMk id="20" creationId="{30C88828-0E5E-7F91-60F2-9030D681F80C}"/>
          </ac:picMkLst>
        </pc:picChg>
        <pc:cxnChg chg="add del mod">
          <ac:chgData name="HANDERSON GLEBER" userId="09e1ec09439faba7" providerId="LiveId" clId="{E1658DC4-5451-4F16-816E-9FE817B0AF7C}" dt="2026-04-22T15:23:12.327" v="1709" actId="478"/>
          <ac:cxnSpMkLst>
            <pc:docMk/>
            <pc:sldMk cId="986956639" sldId="261"/>
            <ac:cxnSpMk id="22" creationId="{0572511A-3020-1F14-57FC-2949F25BFE18}"/>
          </ac:cxnSpMkLst>
        </pc:cxnChg>
        <pc:cxnChg chg="add del mod">
          <ac:chgData name="HANDERSON GLEBER" userId="09e1ec09439faba7" providerId="LiveId" clId="{E1658DC4-5451-4F16-816E-9FE817B0AF7C}" dt="2026-04-22T15:23:15.350" v="1710" actId="478"/>
          <ac:cxnSpMkLst>
            <pc:docMk/>
            <pc:sldMk cId="986956639" sldId="261"/>
            <ac:cxnSpMk id="24" creationId="{8B4B432E-9C53-FF03-AA08-EB68EBC31ABB}"/>
          </ac:cxnSpMkLst>
        </pc:cxnChg>
        <pc:cxnChg chg="add del mod">
          <ac:chgData name="HANDERSON GLEBER" userId="09e1ec09439faba7" providerId="LiveId" clId="{E1658DC4-5451-4F16-816E-9FE817B0AF7C}" dt="2026-04-22T15:23:17.209" v="1711" actId="478"/>
          <ac:cxnSpMkLst>
            <pc:docMk/>
            <pc:sldMk cId="986956639" sldId="261"/>
            <ac:cxnSpMk id="26" creationId="{1F043B82-CE85-6FBF-5BAD-278D84C5D3C4}"/>
          </ac:cxnSpMkLst>
        </pc:cxnChg>
      </pc:sldChg>
      <pc:sldChg chg="addSp delSp modSp add mod">
        <pc:chgData name="HANDERSON GLEBER" userId="09e1ec09439faba7" providerId="LiveId" clId="{E1658DC4-5451-4F16-816E-9FE817B0AF7C}" dt="2026-04-22T17:46:15.839" v="3126" actId="14100"/>
        <pc:sldMkLst>
          <pc:docMk/>
          <pc:sldMk cId="1611214151" sldId="262"/>
        </pc:sldMkLst>
        <pc:spChg chg="add mod">
          <ac:chgData name="HANDERSON GLEBER" userId="09e1ec09439faba7" providerId="LiveId" clId="{E1658DC4-5451-4F16-816E-9FE817B0AF7C}" dt="2026-04-22T15:56:20.926" v="2266" actId="14100"/>
          <ac:spMkLst>
            <pc:docMk/>
            <pc:sldMk cId="1611214151" sldId="262"/>
            <ac:spMk id="4" creationId="{4B53BBA8-E6FB-84BE-ECF1-5FCA2842BDA5}"/>
          </ac:spMkLst>
        </pc:spChg>
        <pc:spChg chg="add mod">
          <ac:chgData name="HANDERSON GLEBER" userId="09e1ec09439faba7" providerId="LiveId" clId="{E1658DC4-5451-4F16-816E-9FE817B0AF7C}" dt="2026-04-22T17:43:57.954" v="3103" actId="14100"/>
          <ac:spMkLst>
            <pc:docMk/>
            <pc:sldMk cId="1611214151" sldId="262"/>
            <ac:spMk id="8" creationId="{5CCC5429-2A57-31B4-96EC-72F57444FB52}"/>
          </ac:spMkLst>
        </pc:spChg>
        <pc:spChg chg="add del mod">
          <ac:chgData name="HANDERSON GLEBER" userId="09e1ec09439faba7" providerId="LiveId" clId="{E1658DC4-5451-4F16-816E-9FE817B0AF7C}" dt="2026-04-22T15:58:17.378" v="2315" actId="478"/>
          <ac:spMkLst>
            <pc:docMk/>
            <pc:sldMk cId="1611214151" sldId="262"/>
            <ac:spMk id="9" creationId="{9DB469F4-7110-C61F-8573-4FD57058EB26}"/>
          </ac:spMkLst>
        </pc:spChg>
        <pc:spChg chg="mod">
          <ac:chgData name="HANDERSON GLEBER" userId="09e1ec09439faba7" providerId="LiveId" clId="{E1658DC4-5451-4F16-816E-9FE817B0AF7C}" dt="2026-04-22T17:37:42.759" v="2911" actId="20577"/>
          <ac:spMkLst>
            <pc:docMk/>
            <pc:sldMk cId="1611214151" sldId="262"/>
            <ac:spMk id="14" creationId="{85724D12-C7FA-24D5-7B13-0ECF3076B306}"/>
          </ac:spMkLst>
        </pc:spChg>
        <pc:spChg chg="mod ord">
          <ac:chgData name="HANDERSON GLEBER" userId="09e1ec09439faba7" providerId="LiveId" clId="{E1658DC4-5451-4F16-816E-9FE817B0AF7C}" dt="2026-04-22T17:46:15.839" v="3126" actId="14100"/>
          <ac:spMkLst>
            <pc:docMk/>
            <pc:sldMk cId="1611214151" sldId="262"/>
            <ac:spMk id="17" creationId="{46B5BE5D-B27C-9CFA-2C3D-F40B51A83BD8}"/>
          </ac:spMkLst>
        </pc:spChg>
        <pc:spChg chg="add mod">
          <ac:chgData name="HANDERSON GLEBER" userId="09e1ec09439faba7" providerId="LiveId" clId="{E1658DC4-5451-4F16-816E-9FE817B0AF7C}" dt="2026-04-22T17:37:35.177" v="2885"/>
          <ac:spMkLst>
            <pc:docMk/>
            <pc:sldMk cId="1611214151" sldId="262"/>
            <ac:spMk id="21" creationId="{82DE2A6D-FE57-9995-793D-E4C5BCA41FDA}"/>
          </ac:spMkLst>
        </pc:spChg>
        <pc:spChg chg="add mod">
          <ac:chgData name="HANDERSON GLEBER" userId="09e1ec09439faba7" providerId="LiveId" clId="{E1658DC4-5451-4F16-816E-9FE817B0AF7C}" dt="2026-04-22T17:46:04.434" v="3125" actId="14100"/>
          <ac:spMkLst>
            <pc:docMk/>
            <pc:sldMk cId="1611214151" sldId="262"/>
            <ac:spMk id="22" creationId="{577B467C-EC10-AA15-1513-BEC5BD852E55}"/>
          </ac:spMkLst>
        </pc:spChg>
        <pc:spChg chg="add mod">
          <ac:chgData name="HANDERSON GLEBER" userId="09e1ec09439faba7" providerId="LiveId" clId="{E1658DC4-5451-4F16-816E-9FE817B0AF7C}" dt="2026-04-22T17:44:04.115" v="3104" actId="17032"/>
          <ac:spMkLst>
            <pc:docMk/>
            <pc:sldMk cId="1611214151" sldId="262"/>
            <ac:spMk id="30" creationId="{60764FEC-2AAC-335A-2DBF-7A5DE3CC972F}"/>
          </ac:spMkLst>
        </pc:spChg>
        <pc:spChg chg="del">
          <ac:chgData name="HANDERSON GLEBER" userId="09e1ec09439faba7" providerId="LiveId" clId="{E1658DC4-5451-4F16-816E-9FE817B0AF7C}" dt="2026-04-22T15:34:10.083" v="1990" actId="478"/>
          <ac:spMkLst>
            <pc:docMk/>
            <pc:sldMk cId="1611214151" sldId="262"/>
            <ac:spMk id="52" creationId="{DF4D8DF7-3CD9-CBEE-2C78-6A5F40E58E7D}"/>
          </ac:spMkLst>
        </pc:spChg>
        <pc:spChg chg="del">
          <ac:chgData name="HANDERSON GLEBER" userId="09e1ec09439faba7" providerId="LiveId" clId="{E1658DC4-5451-4F16-816E-9FE817B0AF7C}" dt="2026-04-22T15:34:10.083" v="1990" actId="478"/>
          <ac:spMkLst>
            <pc:docMk/>
            <pc:sldMk cId="1611214151" sldId="262"/>
            <ac:spMk id="53" creationId="{1D90301D-F990-5543-C7A0-470EA1E4F574}"/>
          </ac:spMkLst>
        </pc:spChg>
        <pc:spChg chg="del">
          <ac:chgData name="HANDERSON GLEBER" userId="09e1ec09439faba7" providerId="LiveId" clId="{E1658DC4-5451-4F16-816E-9FE817B0AF7C}" dt="2026-04-22T15:34:10.083" v="1990" actId="478"/>
          <ac:spMkLst>
            <pc:docMk/>
            <pc:sldMk cId="1611214151" sldId="262"/>
            <ac:spMk id="54" creationId="{4F882D20-C05F-BED6-CE45-102420FF65EE}"/>
          </ac:spMkLst>
        </pc:spChg>
        <pc:spChg chg="del">
          <ac:chgData name="HANDERSON GLEBER" userId="09e1ec09439faba7" providerId="LiveId" clId="{E1658DC4-5451-4F16-816E-9FE817B0AF7C}" dt="2026-04-22T15:34:10.083" v="1990" actId="478"/>
          <ac:spMkLst>
            <pc:docMk/>
            <pc:sldMk cId="1611214151" sldId="262"/>
            <ac:spMk id="55" creationId="{90AD88EB-41C0-AE1D-1472-DFA01667622C}"/>
          </ac:spMkLst>
        </pc:spChg>
        <pc:spChg chg="del">
          <ac:chgData name="HANDERSON GLEBER" userId="09e1ec09439faba7" providerId="LiveId" clId="{E1658DC4-5451-4F16-816E-9FE817B0AF7C}" dt="2026-04-22T15:34:10.083" v="1990" actId="478"/>
          <ac:spMkLst>
            <pc:docMk/>
            <pc:sldMk cId="1611214151" sldId="262"/>
            <ac:spMk id="56" creationId="{FE2811F2-6AB0-8401-7B1B-6882ECFB020F}"/>
          </ac:spMkLst>
        </pc:spChg>
        <pc:spChg chg="del">
          <ac:chgData name="HANDERSON GLEBER" userId="09e1ec09439faba7" providerId="LiveId" clId="{E1658DC4-5451-4F16-816E-9FE817B0AF7C}" dt="2026-04-22T15:34:10.083" v="1990" actId="478"/>
          <ac:spMkLst>
            <pc:docMk/>
            <pc:sldMk cId="1611214151" sldId="262"/>
            <ac:spMk id="57" creationId="{5692D2D0-21CF-B179-8A45-808E32EF9897}"/>
          </ac:spMkLst>
        </pc:spChg>
        <pc:spChg chg="del">
          <ac:chgData name="HANDERSON GLEBER" userId="09e1ec09439faba7" providerId="LiveId" clId="{E1658DC4-5451-4F16-816E-9FE817B0AF7C}" dt="2026-04-22T15:34:10.083" v="1990" actId="478"/>
          <ac:spMkLst>
            <pc:docMk/>
            <pc:sldMk cId="1611214151" sldId="262"/>
            <ac:spMk id="58" creationId="{134F398F-3D2C-ADEE-5581-B0B05F287EEB}"/>
          </ac:spMkLst>
        </pc:spChg>
        <pc:picChg chg="add mod">
          <ac:chgData name="HANDERSON GLEBER" userId="09e1ec09439faba7" providerId="LiveId" clId="{E1658DC4-5451-4F16-816E-9FE817B0AF7C}" dt="2026-04-22T17:41:29.423" v="3025" actId="34135"/>
          <ac:picMkLst>
            <pc:docMk/>
            <pc:sldMk cId="1611214151" sldId="262"/>
            <ac:picMk id="3" creationId="{284AC1DD-7CE3-1D71-094D-BCE7F29A9BCE}"/>
          </ac:picMkLst>
        </pc:picChg>
        <pc:picChg chg="del">
          <ac:chgData name="HANDERSON GLEBER" userId="09e1ec09439faba7" providerId="LiveId" clId="{E1658DC4-5451-4F16-816E-9FE817B0AF7C}" dt="2026-04-22T15:34:07.614" v="1989" actId="478"/>
          <ac:picMkLst>
            <pc:docMk/>
            <pc:sldMk cId="1611214151" sldId="262"/>
            <ac:picMk id="12" creationId="{326CAED7-3E7C-77C8-D26A-3AD3CFE4E24C}"/>
          </ac:picMkLst>
        </pc:picChg>
        <pc:picChg chg="del">
          <ac:chgData name="HANDERSON GLEBER" userId="09e1ec09439faba7" providerId="LiveId" clId="{E1658DC4-5451-4F16-816E-9FE817B0AF7C}" dt="2026-04-22T15:34:07.614" v="1989" actId="478"/>
          <ac:picMkLst>
            <pc:docMk/>
            <pc:sldMk cId="1611214151" sldId="262"/>
            <ac:picMk id="18" creationId="{003E860C-8F54-2249-ADAB-6F6ADE3153DB}"/>
          </ac:picMkLst>
        </pc:picChg>
        <pc:picChg chg="add del">
          <ac:chgData name="HANDERSON GLEBER" userId="09e1ec09439faba7" providerId="LiveId" clId="{E1658DC4-5451-4F16-816E-9FE817B0AF7C}" dt="2026-04-22T17:29:22.268" v="2419" actId="22"/>
          <ac:picMkLst>
            <pc:docMk/>
            <pc:sldMk cId="1611214151" sldId="262"/>
            <ac:picMk id="19" creationId="{D935C8BB-4081-4DB1-EB4A-CEEF8477B9E9}"/>
          </ac:picMkLst>
        </pc:picChg>
        <pc:picChg chg="del">
          <ac:chgData name="HANDERSON GLEBER" userId="09e1ec09439faba7" providerId="LiveId" clId="{E1658DC4-5451-4F16-816E-9FE817B0AF7C}" dt="2026-04-22T15:34:07.614" v="1989" actId="478"/>
          <ac:picMkLst>
            <pc:docMk/>
            <pc:sldMk cId="1611214151" sldId="262"/>
            <ac:picMk id="20" creationId="{6935B843-D741-023C-818F-B4DF5F462737}"/>
          </ac:picMkLst>
        </pc:picChg>
        <pc:cxnChg chg="add mod">
          <ac:chgData name="HANDERSON GLEBER" userId="09e1ec09439faba7" providerId="LiveId" clId="{E1658DC4-5451-4F16-816E-9FE817B0AF7C}" dt="2026-04-22T17:43:57.954" v="3103" actId="14100"/>
          <ac:cxnSpMkLst>
            <pc:docMk/>
            <pc:sldMk cId="1611214151" sldId="262"/>
            <ac:cxnSpMk id="6" creationId="{3E8432A2-AECC-6949-75DB-32C9CB5B2DE6}"/>
          </ac:cxnSpMkLst>
        </pc:cxnChg>
      </pc:sldChg>
      <pc:sldChg chg="addSp delSp modSp new mod ord">
        <pc:chgData name="HANDERSON GLEBER" userId="09e1ec09439faba7" providerId="LiveId" clId="{E1658DC4-5451-4F16-816E-9FE817B0AF7C}" dt="2026-04-22T18:01:41.879" v="3656"/>
        <pc:sldMkLst>
          <pc:docMk/>
          <pc:sldMk cId="2302063554" sldId="263"/>
        </pc:sldMkLst>
        <pc:spChg chg="add mod">
          <ac:chgData name="HANDERSON GLEBER" userId="09e1ec09439faba7" providerId="LiveId" clId="{E1658DC4-5451-4F16-816E-9FE817B0AF7C}" dt="2026-04-22T17:29:35.090" v="2445" actId="20577"/>
          <ac:spMkLst>
            <pc:docMk/>
            <pc:sldMk cId="2302063554" sldId="263"/>
            <ac:spMk id="4" creationId="{28A6106C-813B-4101-B216-FC246AAA3537}"/>
          </ac:spMkLst>
        </pc:spChg>
        <pc:spChg chg="add mod">
          <ac:chgData name="HANDERSON GLEBER" userId="09e1ec09439faba7" providerId="LiveId" clId="{E1658DC4-5451-4F16-816E-9FE817B0AF7C}" dt="2026-04-22T17:59:04.283" v="3641" actId="20577"/>
          <ac:spMkLst>
            <pc:docMk/>
            <pc:sldMk cId="2302063554" sldId="263"/>
            <ac:spMk id="5" creationId="{7A6FB54C-2FD3-1A96-FC44-4A61E9A49902}"/>
          </ac:spMkLst>
        </pc:spChg>
        <pc:spChg chg="add del mod">
          <ac:chgData name="HANDERSON GLEBER" userId="09e1ec09439faba7" providerId="LiveId" clId="{E1658DC4-5451-4F16-816E-9FE817B0AF7C}" dt="2026-04-22T17:32:46.649" v="2669" actId="478"/>
          <ac:spMkLst>
            <pc:docMk/>
            <pc:sldMk cId="2302063554" sldId="263"/>
            <ac:spMk id="6" creationId="{A3747105-34A9-9D39-560C-0C7A480AB94E}"/>
          </ac:spMkLst>
        </pc:spChg>
        <pc:spChg chg="add mod">
          <ac:chgData name="HANDERSON GLEBER" userId="09e1ec09439faba7" providerId="LiveId" clId="{E1658DC4-5451-4F16-816E-9FE817B0AF7C}" dt="2026-04-22T17:58:55.691" v="3639" actId="1076"/>
          <ac:spMkLst>
            <pc:docMk/>
            <pc:sldMk cId="2302063554" sldId="263"/>
            <ac:spMk id="7" creationId="{B27829A8-41DC-42BA-A996-A72A50F71E4E}"/>
          </ac:spMkLst>
        </pc:spChg>
        <pc:spChg chg="add del mod">
          <ac:chgData name="HANDERSON GLEBER" userId="09e1ec09439faba7" providerId="LiveId" clId="{E1658DC4-5451-4F16-816E-9FE817B0AF7C}" dt="2026-04-22T17:31:52.350" v="2621" actId="478"/>
          <ac:spMkLst>
            <pc:docMk/>
            <pc:sldMk cId="2302063554" sldId="263"/>
            <ac:spMk id="8" creationId="{D1D248B4-C55A-91A1-2697-A87E47AE8D7A}"/>
          </ac:spMkLst>
        </pc:spChg>
        <pc:spChg chg="add mod">
          <ac:chgData name="HANDERSON GLEBER" userId="09e1ec09439faba7" providerId="LiveId" clId="{E1658DC4-5451-4F16-816E-9FE817B0AF7C}" dt="2026-04-22T17:58:55.691" v="3639" actId="1076"/>
          <ac:spMkLst>
            <pc:docMk/>
            <pc:sldMk cId="2302063554" sldId="263"/>
            <ac:spMk id="9" creationId="{1C3A7010-AAA8-F752-C939-873C8C6FAB95}"/>
          </ac:spMkLst>
        </pc:spChg>
        <pc:spChg chg="add del mod">
          <ac:chgData name="HANDERSON GLEBER" userId="09e1ec09439faba7" providerId="LiveId" clId="{E1658DC4-5451-4F16-816E-9FE817B0AF7C}" dt="2026-04-22T17:33:54.125" v="2689" actId="478"/>
          <ac:spMkLst>
            <pc:docMk/>
            <pc:sldMk cId="2302063554" sldId="263"/>
            <ac:spMk id="10" creationId="{F2DFF1EA-A996-2572-2676-F9ABA4DFCFDE}"/>
          </ac:spMkLst>
        </pc:spChg>
        <pc:spChg chg="add del mod">
          <ac:chgData name="HANDERSON GLEBER" userId="09e1ec09439faba7" providerId="LiveId" clId="{E1658DC4-5451-4F16-816E-9FE817B0AF7C}" dt="2026-04-22T17:34:08.418" v="2695" actId="478"/>
          <ac:spMkLst>
            <pc:docMk/>
            <pc:sldMk cId="2302063554" sldId="263"/>
            <ac:spMk id="11" creationId="{21BECB4C-D95B-287B-4723-F50ADAEB0052}"/>
          </ac:spMkLst>
        </pc:spChg>
        <pc:spChg chg="add mod">
          <ac:chgData name="HANDERSON GLEBER" userId="09e1ec09439faba7" providerId="LiveId" clId="{E1658DC4-5451-4F16-816E-9FE817B0AF7C}" dt="2026-04-22T17:58:55.691" v="3639" actId="1076"/>
          <ac:spMkLst>
            <pc:docMk/>
            <pc:sldMk cId="2302063554" sldId="263"/>
            <ac:spMk id="12" creationId="{DBCC2938-53DD-3274-2C80-47B8E93E51EC}"/>
          </ac:spMkLst>
        </pc:spChg>
        <pc:spChg chg="add mod">
          <ac:chgData name="HANDERSON GLEBER" userId="09e1ec09439faba7" providerId="LiveId" clId="{E1658DC4-5451-4F16-816E-9FE817B0AF7C}" dt="2026-04-22T17:58:55.691" v="3639" actId="1076"/>
          <ac:spMkLst>
            <pc:docMk/>
            <pc:sldMk cId="2302063554" sldId="263"/>
            <ac:spMk id="13" creationId="{3DDFA2C1-4DBB-4DC2-6F64-FA8A79315889}"/>
          </ac:spMkLst>
        </pc:spChg>
        <pc:spChg chg="add mod">
          <ac:chgData name="HANDERSON GLEBER" userId="09e1ec09439faba7" providerId="LiveId" clId="{E1658DC4-5451-4F16-816E-9FE817B0AF7C}" dt="2026-04-22T17:58:55.691" v="3639" actId="1076"/>
          <ac:spMkLst>
            <pc:docMk/>
            <pc:sldMk cId="2302063554" sldId="263"/>
            <ac:spMk id="14" creationId="{01F0D8EF-BBB6-241D-1527-795C16CC79E7}"/>
          </ac:spMkLst>
        </pc:spChg>
        <pc:picChg chg="add mod modCrop">
          <ac:chgData name="HANDERSON GLEBER" userId="09e1ec09439faba7" providerId="LiveId" clId="{E1658DC4-5451-4F16-816E-9FE817B0AF7C}" dt="2026-04-22T17:58:55.691" v="3639" actId="1076"/>
          <ac:picMkLst>
            <pc:docMk/>
            <pc:sldMk cId="2302063554" sldId="263"/>
            <ac:picMk id="3" creationId="{2F61D213-D557-9BF0-AB70-56ACA15C8308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>
            <a:extLst>
              <a:ext uri="{FF2B5EF4-FFF2-40B4-BE49-F238E27FC236}">
                <a16:creationId xmlns:a16="http://schemas.microsoft.com/office/drawing/2014/main" id="{684FD6E2-15BC-EA4C-724D-2441BC4C286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l">
              <a:defRPr sz="1300"/>
            </a:lvl1pPr>
          </a:lstStyle>
          <a:p>
            <a:endParaRPr lang="pt-BR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AAD23F6B-120B-1BA6-36E1-90B672DBD2C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023992" y="0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r">
              <a:defRPr sz="1300"/>
            </a:lvl1pPr>
          </a:lstStyle>
          <a:p>
            <a:fld id="{E123D577-4327-4F84-8A78-91DB23D44B0D}" type="datetimeFigureOut">
              <a:rPr lang="pt-BR" smtClean="0"/>
              <a:t>22/04/2026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12C1A35A-BA95-FC60-AD6C-1420ECCEB54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721107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l">
              <a:defRPr sz="1300"/>
            </a:lvl1pPr>
          </a:lstStyle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D84B89C8-5082-4F24-332F-9CEC7F0EA33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023992" y="9721107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r">
              <a:defRPr sz="1300"/>
            </a:lvl1pPr>
          </a:lstStyle>
          <a:p>
            <a:fld id="{4986EDE0-1FC1-48F6-9CB6-2500DF44922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75007116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l">
              <a:defRPr sz="13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4023992" y="0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r">
              <a:defRPr sz="1300"/>
            </a:lvl1pPr>
          </a:lstStyle>
          <a:p>
            <a:fld id="{A69C9B97-AE90-4C10-A91A-AB6AB60F3654}" type="datetimeFigureOut">
              <a:rPr lang="pt-BR" smtClean="0"/>
              <a:t>22/04/2026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75" tIns="49538" rIns="99075" bIns="49538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</p:spPr>
        <p:txBody>
          <a:bodyPr vert="horz" lIns="99075" tIns="49538" rIns="99075" bIns="49538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9721107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l">
              <a:defRPr sz="13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4023992" y="9721107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r">
              <a:defRPr sz="1300"/>
            </a:lvl1pPr>
          </a:lstStyle>
          <a:p>
            <a:fld id="{3EAA3095-8404-417A-BB3B-E0451F8FA91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00906950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2682263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84A4C01-4964-4420-7AD5-2416583DF1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CB4A9D0-4DE9-D3AD-856D-0DD1E7DDA5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0862BBA-9930-9E75-92DB-A69C587E8F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65966E-4922-45C6-BF63-C8455B6CE11A}" type="datetime1">
              <a:rPr lang="pt-BR" smtClean="0"/>
              <a:t>22/04/2026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25B71C0-C1C4-8C73-1F3F-AC58217048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5192D51-F60A-EBAB-7E46-D8232E9910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DF2547-7A40-4467-9B6E-10C5896C182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483391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EEF8AC3-CE26-023C-E1B8-6ADD75867D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AE93EDE-84CC-094C-0D14-198361A702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1529708-DF3F-61BB-E1C5-56218E0C3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D32397-53B5-4CFF-B9B2-29D93B1577A2}" type="datetime1">
              <a:rPr lang="pt-BR" smtClean="0"/>
              <a:t>22/04/2026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F54259B-D42D-9718-10B5-A945ECDDBF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A4B022B-5804-46C4-2F6B-3D68A8BAF3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DF2547-7A40-4467-9B6E-10C5896C182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690838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51624A6-8363-D51A-0C96-CFA6949352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45E3602-E9C6-E5C5-C883-066F0CFDE5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0A0725C-2312-AA03-D514-6A26BF44A3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8FD36F-DC83-422F-958E-0EC128EA90FF}" type="datetime1">
              <a:rPr lang="pt-BR" smtClean="0"/>
              <a:t>22/04/2026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2FFDAE0-3B1E-1900-4396-CEA7876BA3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F2FBD3D-F60B-F9FD-067D-E5D3D8661F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DF2547-7A40-4467-9B6E-10C5896C182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112324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355EE1-4CD3-AAE8-E00E-0A403A4BB4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7CAFC3F-94D8-DD1C-2D28-02412AC119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E26FCD52-275A-00A6-A614-609F5BEA06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377D895-83A5-DF0F-2B95-A6D159CA20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E693C-DE24-473B-A2CB-EF786223B0C2}" type="datetime1">
              <a:rPr lang="pt-BR" smtClean="0"/>
              <a:t>22/04/2026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95FD56F-9C43-F254-3D53-8FF4E3F67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16506A9-EECA-763E-EA45-7E88434709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DF2547-7A40-4467-9B6E-10C5896C182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992490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72E925F-830B-A1B7-15C6-183B7324DC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396E76B-3F6B-7F66-1218-AFDEAA0FE1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5F5F4D89-02DC-E593-0892-C6FC81648B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BF907226-A517-5C26-5108-C535E57C831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0AF568A3-ABD2-426A-48F5-0AE64820A4E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A600B6E9-9BAE-FBAC-D104-DA7C4F291B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276FB2-B3FB-4407-9B41-0EAA95246F05}" type="datetime1">
              <a:rPr lang="pt-BR" smtClean="0"/>
              <a:t>22/04/2026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5D10E566-ED11-3C70-D16A-A297392C55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54C0A775-67F4-0E44-B04A-19938E26A3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DF2547-7A40-4467-9B6E-10C5896C182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077315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70C66A8-01DA-740B-A601-ACFFCA4751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6038127B-47D3-8BCE-FDBF-8E4FBE3ED7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518EF6-478D-4692-AF35-C75AC61E5653}" type="datetime1">
              <a:rPr lang="pt-BR" smtClean="0"/>
              <a:t>22/04/2026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375E40CE-EAC8-FCB5-9B0F-B419861CB6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118978B8-1BC6-4489-2FCD-BD62EE4E54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DF2547-7A40-4467-9B6E-10C5896C182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242191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2490443C-CEEE-466A-3FB3-7294F05CA8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8269D3-83DB-432B-8449-26586B3C9F77}" type="datetime1">
              <a:rPr lang="pt-BR" smtClean="0"/>
              <a:t>22/04/2026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70548C52-C0CD-BAC4-B5EE-A653AE8318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5C29285-61BC-4E76-7D64-0CC4C85823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DF2547-7A40-4467-9B6E-10C5896C182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829161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6774E36-E0AF-12F7-4D82-4C3003E160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34B5382-0A28-D5A7-72B9-093100A594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28C491D6-94B9-8EB2-8F8A-E6C8A800A2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7474B73-2776-2652-CA04-4E44DEB046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444576-2884-4025-9F08-DC0BCC35E81D}" type="datetime1">
              <a:rPr lang="pt-BR" smtClean="0"/>
              <a:t>22/04/2026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27F7D07-7700-8951-33C3-F23E96EEF8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85BB95B-B033-926A-8E03-7F89399569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DF2547-7A40-4467-9B6E-10C5896C182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066429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C343814-1D47-8FF6-9600-7B14F57436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8C73324B-7C33-0D6C-EAE7-FC349052A40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3019536-61CA-7FEB-3540-1D0AC924FE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DF0763EF-1F14-BC22-71C3-F9E4104498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CC4334-32D4-411B-8D39-14E0CD972778}" type="datetime1">
              <a:rPr lang="pt-BR" smtClean="0"/>
              <a:t>22/04/2026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8BD579C-2759-5110-CCAD-956EEBB62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C318B8B-71FB-79F5-4C6C-F8391743EB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DF2547-7A40-4467-9B6E-10C5896C182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286477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1B736E4-C206-7830-4720-D2F8C4E209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BCC0E252-35E5-0AF9-6B34-57908EEDBA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4D8D786-5115-78C5-78D3-D823FC7560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5C3F6-9F9C-48BA-AB1B-D7C804FECDD7}" type="datetime1">
              <a:rPr lang="pt-BR" smtClean="0"/>
              <a:t>22/04/2026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6098EAC-7B80-2791-6BD4-BA9CEEC8B5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040992F-7438-E93F-8860-ECAC551BCC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DF2547-7A40-4467-9B6E-10C5896C182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312056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8E620D6E-7751-651F-46F8-CC8F8D3748A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90FB0574-3767-6034-C881-593810AC57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D0EAC48-4767-8EDA-91C5-A4A2605875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377B30-11FC-4581-9ADD-ED5DBA5EBDCD}" type="datetime1">
              <a:rPr lang="pt-BR" smtClean="0"/>
              <a:t>22/04/2026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A2AABF6-6A9A-7B5B-1686-9E1960B212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554C349-EFCA-2855-90AB-8B7EBCC143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DF2547-7A40-4467-9B6E-10C5896C182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988842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63CD4EAB-215B-F48D-B5BD-D3E5016633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1F7C174-3228-4AC4-DB9E-8A0C993923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E560091-7F99-CEA5-C12F-BF52B15B004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9E95108-4F50-4853-B0D3-77931AEB715D}" type="datetime1">
              <a:rPr lang="pt-BR" smtClean="0"/>
              <a:t>22/04/2026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F8668E6-F807-B838-DC99-4F0EAE0B28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CAF27B0-2002-8B2B-048F-286EE4DF04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DF2547-7A40-4467-9B6E-10C5896C182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533847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drive.google.com/file/d/1zlDvqG_yN58Ew9ljRQ9O4bd2buIFLcXZ/view?usp=sharing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A8F2718-2CC4-4BCC-B090-5F0D8E93AB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81125" y="2416969"/>
            <a:ext cx="9429750" cy="2024062"/>
          </a:xfrm>
        </p:spPr>
        <p:txBody>
          <a:bodyPr anchor="ctr">
            <a:noAutofit/>
          </a:bodyPr>
          <a:lstStyle/>
          <a:p>
            <a:r>
              <a:rPr lang="pt-BR" sz="4800" dirty="0"/>
              <a:t>RELATÓRIO DE ANÁLISE DE DADOS </a:t>
            </a:r>
            <a:br>
              <a:rPr lang="pt-BR" sz="4800" dirty="0"/>
            </a:br>
            <a:r>
              <a:rPr lang="pt-BR" sz="4800" dirty="0"/>
              <a:t>IAN-Store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AB063FC-D747-7FD4-C767-174FB8513B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652782"/>
            <a:ext cx="9144000" cy="1233668"/>
          </a:xfrm>
        </p:spPr>
        <p:txBody>
          <a:bodyPr>
            <a:normAutofit/>
          </a:bodyPr>
          <a:lstStyle/>
          <a:p>
            <a:r>
              <a:rPr lang="it-IT" sz="2000" i="1" dirty="0"/>
              <a:t>Dataset </a:t>
            </a:r>
          </a:p>
          <a:p>
            <a:r>
              <a:rPr lang="it-IT" sz="2000" dirty="0">
                <a:hlinkClick r:id="rId2"/>
              </a:rPr>
              <a:t>https://drive.google.com/file/d/1zlDvqG_yN58Ew9ljRQ9O4bd2buIFLcXZ/view?usp=sharing</a:t>
            </a:r>
            <a:endParaRPr lang="pt-BR" sz="2000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0E8EE3D-FE0F-5432-467F-ECCBAF6FFE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DF2547-7A40-4467-9B6E-10C5896C182B}" type="slidenum">
              <a:rPr lang="pt-BR" smtClean="0"/>
              <a:t>1</a:t>
            </a:fld>
            <a:endParaRPr lang="pt-BR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3BED254C-4F2B-71BC-49F8-C6065713CF7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8579" y="744637"/>
            <a:ext cx="2095792" cy="781159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439C3187-1494-5A11-8791-DB2EBD09EA84}"/>
              </a:ext>
            </a:extLst>
          </p:cNvPr>
          <p:cNvSpPr txBox="1"/>
          <p:nvPr/>
        </p:nvSpPr>
        <p:spPr>
          <a:xfrm>
            <a:off x="3581400" y="485775"/>
            <a:ext cx="7395551" cy="1298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pt-BR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Disciplina</a:t>
            </a:r>
            <a:r>
              <a:rPr lang="pt-BR" dirty="0">
                <a:solidFill>
                  <a:schemeClr val="tx1">
                    <a:lumMod val="75000"/>
                    <a:lumOff val="25000"/>
                  </a:schemeClr>
                </a:solidFill>
              </a:rPr>
              <a:t>: Inteligência Analítica em Negócios (11100010651_20261_01)</a:t>
            </a:r>
          </a:p>
          <a:p>
            <a:pPr>
              <a:lnSpc>
                <a:spcPct val="150000"/>
              </a:lnSpc>
            </a:pPr>
            <a:r>
              <a:rPr lang="pt-BR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Atividade Somativa 2</a:t>
            </a:r>
          </a:p>
          <a:p>
            <a:pPr>
              <a:lnSpc>
                <a:spcPct val="150000"/>
              </a:lnSpc>
            </a:pPr>
            <a:r>
              <a:rPr lang="pt-BR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Aluno: </a:t>
            </a:r>
            <a:r>
              <a:rPr lang="pt-BR" dirty="0">
                <a:solidFill>
                  <a:schemeClr val="tx1">
                    <a:lumMod val="75000"/>
                    <a:lumOff val="25000"/>
                  </a:schemeClr>
                </a:solidFill>
              </a:rPr>
              <a:t>HANDERSON GLEBER DE LIMA CAVALCANTI</a:t>
            </a:r>
            <a:endParaRPr lang="pt-BR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3BB50022-66C2-7209-D4F6-51FA75D05763}"/>
              </a:ext>
            </a:extLst>
          </p:cNvPr>
          <p:cNvSpPr/>
          <p:nvPr/>
        </p:nvSpPr>
        <p:spPr>
          <a:xfrm>
            <a:off x="719138" y="409575"/>
            <a:ext cx="10753725" cy="1537494"/>
          </a:xfrm>
          <a:prstGeom prst="roundRect">
            <a:avLst/>
          </a:prstGeom>
          <a:noFill/>
          <a:ln w="9525" cap="flat" cmpd="sng" algn="ctr">
            <a:solidFill>
              <a:schemeClr val="bg2">
                <a:lumMod val="9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31089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>
            <a:extLst>
              <a:ext uri="{FF2B5EF4-FFF2-40B4-BE49-F238E27FC236}">
                <a16:creationId xmlns:a16="http://schemas.microsoft.com/office/drawing/2014/main" id="{7BE61418-4010-6352-0838-D02B39B6D56E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5613" y="2105956"/>
            <a:ext cx="8840774" cy="4300917"/>
          </a:xfrm>
          <a:prstGeom prst="rect">
            <a:avLst/>
          </a:prstGeom>
        </p:spPr>
      </p:pic>
      <p:sp>
        <p:nvSpPr>
          <p:cNvPr id="8" name="Seta: para Baixo 7">
            <a:extLst>
              <a:ext uri="{FF2B5EF4-FFF2-40B4-BE49-F238E27FC236}">
                <a16:creationId xmlns:a16="http://schemas.microsoft.com/office/drawing/2014/main" id="{493A7F11-5BA4-23A8-1A9B-3E942B0E13E4}"/>
              </a:ext>
            </a:extLst>
          </p:cNvPr>
          <p:cNvSpPr/>
          <p:nvPr/>
        </p:nvSpPr>
        <p:spPr>
          <a:xfrm>
            <a:off x="4552578" y="2898609"/>
            <a:ext cx="233892" cy="1101891"/>
          </a:xfrm>
          <a:prstGeom prst="downArrow">
            <a:avLst>
              <a:gd name="adj1" fmla="val 19914"/>
              <a:gd name="adj2" fmla="val 45212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9" name="Elipse 8">
            <a:extLst>
              <a:ext uri="{FF2B5EF4-FFF2-40B4-BE49-F238E27FC236}">
                <a16:creationId xmlns:a16="http://schemas.microsoft.com/office/drawing/2014/main" id="{433C6D33-420A-69B0-955C-7208024F98A2}"/>
              </a:ext>
            </a:extLst>
          </p:cNvPr>
          <p:cNvSpPr/>
          <p:nvPr/>
        </p:nvSpPr>
        <p:spPr>
          <a:xfrm>
            <a:off x="5494777" y="3086100"/>
            <a:ext cx="1188340" cy="567782"/>
          </a:xfrm>
          <a:prstGeom prst="ellipse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r>
              <a:rPr lang="pt-BR" sz="1100" b="1" dirty="0"/>
              <a:t>QUEDA DE ~16%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485AC768-F091-2907-125E-5F808A735E8E}"/>
              </a:ext>
            </a:extLst>
          </p:cNvPr>
          <p:cNvSpPr/>
          <p:nvPr/>
        </p:nvSpPr>
        <p:spPr>
          <a:xfrm>
            <a:off x="540433" y="448166"/>
            <a:ext cx="6460442" cy="1110973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sz="4000" b="1" dirty="0"/>
              <a:t>Variação Mensal do Lucro</a:t>
            </a:r>
          </a:p>
        </p:txBody>
      </p:sp>
      <p:sp>
        <p:nvSpPr>
          <p:cNvPr id="15" name="Seta: para Baixo 14">
            <a:extLst>
              <a:ext uri="{FF2B5EF4-FFF2-40B4-BE49-F238E27FC236}">
                <a16:creationId xmlns:a16="http://schemas.microsoft.com/office/drawing/2014/main" id="{B1A0642E-B9B8-5D41-2018-BCA2C1D26384}"/>
              </a:ext>
            </a:extLst>
          </p:cNvPr>
          <p:cNvSpPr/>
          <p:nvPr/>
        </p:nvSpPr>
        <p:spPr>
          <a:xfrm rot="10800000">
            <a:off x="7476010" y="3355186"/>
            <a:ext cx="233892" cy="749792"/>
          </a:xfrm>
          <a:prstGeom prst="downArrow">
            <a:avLst>
              <a:gd name="adj1" fmla="val 19914"/>
              <a:gd name="adj2" fmla="val 45212"/>
            </a:avLst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6" name="Elipse 15">
            <a:extLst>
              <a:ext uri="{FF2B5EF4-FFF2-40B4-BE49-F238E27FC236}">
                <a16:creationId xmlns:a16="http://schemas.microsoft.com/office/drawing/2014/main" id="{16FECFA9-577C-0771-F2D5-A15F80E5649A}"/>
              </a:ext>
            </a:extLst>
          </p:cNvPr>
          <p:cNvSpPr/>
          <p:nvPr/>
        </p:nvSpPr>
        <p:spPr>
          <a:xfrm>
            <a:off x="8144846" y="2105956"/>
            <a:ext cx="1732580" cy="792653"/>
          </a:xfrm>
          <a:prstGeom prst="ellipse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r>
              <a:rPr lang="pt-BR" sz="1100" b="1" dirty="0"/>
              <a:t>RECUPERAÇÃO DE ~13%</a:t>
            </a:r>
          </a:p>
        </p:txBody>
      </p:sp>
      <p:sp>
        <p:nvSpPr>
          <p:cNvPr id="17" name="Retângulo: Cantos Arredondados 16">
            <a:extLst>
              <a:ext uri="{FF2B5EF4-FFF2-40B4-BE49-F238E27FC236}">
                <a16:creationId xmlns:a16="http://schemas.microsoft.com/office/drawing/2014/main" id="{1F5898F1-F22B-B118-1354-0347E4E817DE}"/>
              </a:ext>
            </a:extLst>
          </p:cNvPr>
          <p:cNvSpPr/>
          <p:nvPr/>
        </p:nvSpPr>
        <p:spPr>
          <a:xfrm>
            <a:off x="7476009" y="527598"/>
            <a:ext cx="3839690" cy="1578358"/>
          </a:xfrm>
          <a:prstGeom prst="roundRect">
            <a:avLst>
              <a:gd name="adj" fmla="val 12085"/>
            </a:avLst>
          </a:prstGeom>
          <a:solidFill>
            <a:srgbClr val="FFFF00"/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O lucro mensal teve uma variação negativa de </a:t>
            </a:r>
            <a:r>
              <a:rPr lang="pt-BR" b="1" dirty="0">
                <a:solidFill>
                  <a:srgbClr val="FF0000"/>
                </a:solidFill>
              </a:rPr>
              <a:t>-16% </a:t>
            </a:r>
            <a:r>
              <a:rPr lang="pt-BR" dirty="0"/>
              <a:t>em fevereiro , seguido por uma recuperação de </a:t>
            </a:r>
            <a:r>
              <a:rPr lang="pt-BR" dirty="0">
                <a:solidFill>
                  <a:schemeClr val="accent6"/>
                </a:solidFill>
              </a:rPr>
              <a:t>+</a:t>
            </a:r>
            <a:r>
              <a:rPr lang="pt-BR" b="1" dirty="0">
                <a:solidFill>
                  <a:schemeClr val="accent6"/>
                </a:solidFill>
              </a:rPr>
              <a:t>13%</a:t>
            </a:r>
            <a:r>
              <a:rPr lang="pt-BR" dirty="0">
                <a:solidFill>
                  <a:schemeClr val="accent6"/>
                </a:solidFill>
              </a:rPr>
              <a:t> </a:t>
            </a:r>
            <a:r>
              <a:rPr lang="pt-BR" dirty="0"/>
              <a:t>em março</a:t>
            </a:r>
          </a:p>
        </p:txBody>
      </p:sp>
      <p:sp>
        <p:nvSpPr>
          <p:cNvPr id="19" name="Espaço Reservado para Número de Slide 18">
            <a:extLst>
              <a:ext uri="{FF2B5EF4-FFF2-40B4-BE49-F238E27FC236}">
                <a16:creationId xmlns:a16="http://schemas.microsoft.com/office/drawing/2014/main" id="{7CC766BB-AFFF-D935-DCC4-8EF3663310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DF2547-7A40-4467-9B6E-10C5896C182B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064371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A4345A-FDC5-0B6A-D185-C9B674A96A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m 11">
            <a:extLst>
              <a:ext uri="{FF2B5EF4-FFF2-40B4-BE49-F238E27FC236}">
                <a16:creationId xmlns:a16="http://schemas.microsoft.com/office/drawing/2014/main" id="{303B5E7A-D0AC-869E-3F8E-001B2232686E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rcRect t="8834"/>
          <a:stretch>
            <a:fillRect/>
          </a:stretch>
        </p:blipFill>
        <p:spPr>
          <a:xfrm>
            <a:off x="3729505" y="1275945"/>
            <a:ext cx="3287434" cy="1692328"/>
          </a:xfrm>
          <a:prstGeom prst="rect">
            <a:avLst/>
          </a:prstGeom>
          <a:ln>
            <a:solidFill>
              <a:schemeClr val="bg2">
                <a:lumMod val="90000"/>
              </a:schemeClr>
            </a:solidFill>
            <a:prstDash val="sysDot"/>
          </a:ln>
        </p:spPr>
      </p:pic>
      <p:sp>
        <p:nvSpPr>
          <p:cNvPr id="14" name="Retângulo 13">
            <a:extLst>
              <a:ext uri="{FF2B5EF4-FFF2-40B4-BE49-F238E27FC236}">
                <a16:creationId xmlns:a16="http://schemas.microsoft.com/office/drawing/2014/main" id="{34D042A2-EB58-F5B7-2D01-053891104186}"/>
              </a:ext>
            </a:extLst>
          </p:cNvPr>
          <p:cNvSpPr/>
          <p:nvPr/>
        </p:nvSpPr>
        <p:spPr>
          <a:xfrm>
            <a:off x="272177" y="133551"/>
            <a:ext cx="9519523" cy="1110973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sz="3200" b="1" dirty="0"/>
              <a:t>Variação Mensal do Faturamento X Critérios</a:t>
            </a:r>
          </a:p>
        </p:txBody>
      </p:sp>
      <p:pic>
        <p:nvPicPr>
          <p:cNvPr id="18" name="Imagem 17">
            <a:extLst>
              <a:ext uri="{FF2B5EF4-FFF2-40B4-BE49-F238E27FC236}">
                <a16:creationId xmlns:a16="http://schemas.microsoft.com/office/drawing/2014/main" id="{4D56CDA7-4629-CE50-4318-A91B81610D02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rcRect t="8834"/>
          <a:stretch>
            <a:fillRect/>
          </a:stretch>
        </p:blipFill>
        <p:spPr>
          <a:xfrm>
            <a:off x="272177" y="1275945"/>
            <a:ext cx="3287434" cy="1692328"/>
          </a:xfrm>
          <a:prstGeom prst="rect">
            <a:avLst/>
          </a:prstGeom>
          <a:ln>
            <a:solidFill>
              <a:schemeClr val="bg2">
                <a:lumMod val="90000"/>
              </a:schemeClr>
            </a:solidFill>
            <a:prstDash val="sysDot"/>
          </a:ln>
        </p:spPr>
      </p:pic>
      <p:pic>
        <p:nvPicPr>
          <p:cNvPr id="20" name="Imagem 19">
            <a:extLst>
              <a:ext uri="{FF2B5EF4-FFF2-40B4-BE49-F238E27FC236}">
                <a16:creationId xmlns:a16="http://schemas.microsoft.com/office/drawing/2014/main" id="{30C88828-0E5E-7F91-60F2-9030D681F80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/>
          <a:srcRect t="3989"/>
          <a:stretch>
            <a:fillRect/>
          </a:stretch>
        </p:blipFill>
        <p:spPr>
          <a:xfrm>
            <a:off x="272177" y="3059901"/>
            <a:ext cx="6744762" cy="3581356"/>
          </a:xfrm>
          <a:prstGeom prst="rect">
            <a:avLst/>
          </a:prstGeom>
          <a:ln>
            <a:solidFill>
              <a:schemeClr val="bg2">
                <a:lumMod val="90000"/>
              </a:schemeClr>
            </a:solidFill>
            <a:prstDash val="sysDot"/>
          </a:ln>
        </p:spPr>
      </p:pic>
      <p:sp>
        <p:nvSpPr>
          <p:cNvPr id="17" name="Retângulo: Cantos Arredondados 16">
            <a:extLst>
              <a:ext uri="{FF2B5EF4-FFF2-40B4-BE49-F238E27FC236}">
                <a16:creationId xmlns:a16="http://schemas.microsoft.com/office/drawing/2014/main" id="{0F019921-1A2C-95DA-8FD7-A19958F8B769}"/>
              </a:ext>
            </a:extLst>
          </p:cNvPr>
          <p:cNvSpPr/>
          <p:nvPr/>
        </p:nvSpPr>
        <p:spPr>
          <a:xfrm>
            <a:off x="7579408" y="2009303"/>
            <a:ext cx="3850592" cy="2650807"/>
          </a:xfrm>
          <a:prstGeom prst="roundRect">
            <a:avLst>
              <a:gd name="adj" fmla="val 6468"/>
            </a:avLst>
          </a:prstGeom>
          <a:solidFill>
            <a:srgbClr val="FFFF00"/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A variação do lucro acompanhou a variação do faturamento entre o publico ‘</a:t>
            </a:r>
            <a:r>
              <a:rPr lang="pt-BR" b="1" dirty="0"/>
              <a:t>MASCULINO’, </a:t>
            </a:r>
            <a:r>
              <a:rPr lang="pt-BR" dirty="0"/>
              <a:t>nos departamento de </a:t>
            </a:r>
            <a:r>
              <a:rPr lang="pt-BR" b="1" dirty="0"/>
              <a:t>“Esporte” </a:t>
            </a:r>
            <a:r>
              <a:rPr lang="pt-BR" dirty="0"/>
              <a:t>e de </a:t>
            </a:r>
            <a:r>
              <a:rPr lang="pt-BR" b="1" dirty="0"/>
              <a:t>“Casa”</a:t>
            </a:r>
            <a:r>
              <a:rPr lang="pt-BR" dirty="0"/>
              <a:t> das cidades de “</a:t>
            </a:r>
            <a:r>
              <a:rPr lang="pt-BR" b="1" dirty="0"/>
              <a:t>Yangon</a:t>
            </a:r>
            <a:r>
              <a:rPr lang="pt-BR" dirty="0"/>
              <a:t>”  e de “</a:t>
            </a:r>
            <a:r>
              <a:rPr lang="pt-BR" b="1" dirty="0" err="1"/>
              <a:t>Nypyitaw</a:t>
            </a:r>
            <a:r>
              <a:rPr lang="pt-BR" dirty="0"/>
              <a:t>”.</a:t>
            </a:r>
          </a:p>
          <a:p>
            <a:pPr algn="ctr"/>
            <a:r>
              <a:rPr lang="pt-BR" dirty="0"/>
              <a:t>No mês de março as quedas foram revertidas</a:t>
            </a:r>
          </a:p>
        </p:txBody>
      </p:sp>
      <p:sp>
        <p:nvSpPr>
          <p:cNvPr id="52" name="CaixaDeTexto 51">
            <a:extLst>
              <a:ext uri="{FF2B5EF4-FFF2-40B4-BE49-F238E27FC236}">
                <a16:creationId xmlns:a16="http://schemas.microsoft.com/office/drawing/2014/main" id="{18F3AA46-EDAF-2D6B-FAA7-6F6D85DFFB8D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5646568" y="2449761"/>
            <a:ext cx="75212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200" dirty="0">
                <a:solidFill>
                  <a:srgbClr val="002060"/>
                </a:solidFill>
              </a:rPr>
              <a:t>Homens</a:t>
            </a:r>
          </a:p>
        </p:txBody>
      </p:sp>
      <p:sp>
        <p:nvSpPr>
          <p:cNvPr id="53" name="CaixaDeTexto 52">
            <a:extLst>
              <a:ext uri="{FF2B5EF4-FFF2-40B4-BE49-F238E27FC236}">
                <a16:creationId xmlns:a16="http://schemas.microsoft.com/office/drawing/2014/main" id="{D6FC4977-4C18-D97E-4113-5B6DE0BBE724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600442" y="5548157"/>
            <a:ext cx="86812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rgbClr val="7030A0"/>
                </a:solidFill>
              </a:rPr>
              <a:t>Esporte</a:t>
            </a:r>
          </a:p>
        </p:txBody>
      </p:sp>
      <p:sp>
        <p:nvSpPr>
          <p:cNvPr id="54" name="CaixaDeTexto 53">
            <a:extLst>
              <a:ext uri="{FF2B5EF4-FFF2-40B4-BE49-F238E27FC236}">
                <a16:creationId xmlns:a16="http://schemas.microsoft.com/office/drawing/2014/main" id="{B45A183A-EA31-0726-587E-549076C3F251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143242" y="5886711"/>
            <a:ext cx="64472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Casa</a:t>
            </a:r>
          </a:p>
        </p:txBody>
      </p:sp>
      <p:sp>
        <p:nvSpPr>
          <p:cNvPr id="55" name="CaixaDeTexto 54">
            <a:extLst>
              <a:ext uri="{FF2B5EF4-FFF2-40B4-BE49-F238E27FC236}">
                <a16:creationId xmlns:a16="http://schemas.microsoft.com/office/drawing/2014/main" id="{A46FC51A-143C-7448-1A06-040835CA2D0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653437" y="2109919"/>
            <a:ext cx="79483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200" dirty="0" err="1">
                <a:solidFill>
                  <a:schemeClr val="accent2"/>
                </a:solidFill>
              </a:rPr>
              <a:t>Nypyitaw</a:t>
            </a:r>
            <a:endParaRPr lang="pt-BR" sz="1200" dirty="0">
              <a:solidFill>
                <a:schemeClr val="accent2"/>
              </a:solidFill>
            </a:endParaRPr>
          </a:p>
        </p:txBody>
      </p:sp>
      <p:sp>
        <p:nvSpPr>
          <p:cNvPr id="56" name="CaixaDeTexto 55">
            <a:extLst>
              <a:ext uri="{FF2B5EF4-FFF2-40B4-BE49-F238E27FC236}">
                <a16:creationId xmlns:a16="http://schemas.microsoft.com/office/drawing/2014/main" id="{79F861FB-F9F7-3913-2CBA-CBF0AF454C56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103226" y="2503430"/>
            <a:ext cx="66774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200" dirty="0">
                <a:solidFill>
                  <a:schemeClr val="accent4"/>
                </a:solidFill>
              </a:rPr>
              <a:t>Yangon</a:t>
            </a:r>
          </a:p>
        </p:txBody>
      </p:sp>
      <p:sp>
        <p:nvSpPr>
          <p:cNvPr id="57" name="CaixaDeTexto 56">
            <a:extLst>
              <a:ext uri="{FF2B5EF4-FFF2-40B4-BE49-F238E27FC236}">
                <a16:creationId xmlns:a16="http://schemas.microsoft.com/office/drawing/2014/main" id="{50C68640-352E-735D-AA87-7F3AA594C9A2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5089325" y="1314333"/>
            <a:ext cx="80611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200" dirty="0">
                <a:solidFill>
                  <a:schemeClr val="accent4"/>
                </a:solidFill>
              </a:rPr>
              <a:t>Mulheres</a:t>
            </a:r>
          </a:p>
        </p:txBody>
      </p:sp>
      <p:sp>
        <p:nvSpPr>
          <p:cNvPr id="58" name="CaixaDeTexto 57">
            <a:extLst>
              <a:ext uri="{FF2B5EF4-FFF2-40B4-BE49-F238E27FC236}">
                <a16:creationId xmlns:a16="http://schemas.microsoft.com/office/drawing/2014/main" id="{380786FF-CE15-F9D2-6616-9D29924EDB09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763779" y="4568972"/>
            <a:ext cx="75892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bg2">
                    <a:lumMod val="75000"/>
                  </a:schemeClr>
                </a:solidFill>
              </a:rPr>
              <a:t>outros</a:t>
            </a:r>
          </a:p>
        </p:txBody>
      </p:sp>
      <p:sp>
        <p:nvSpPr>
          <p:cNvPr id="59" name="Espaço Reservado para Número de Slide 58">
            <a:extLst>
              <a:ext uri="{FF2B5EF4-FFF2-40B4-BE49-F238E27FC236}">
                <a16:creationId xmlns:a16="http://schemas.microsoft.com/office/drawing/2014/main" id="{86FF7B6A-387F-D4A9-65AF-776DE5D98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DF2547-7A40-4467-9B6E-10C5896C182B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869566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2F61D213-D557-9BF0-AB70-56ACA15C830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172" t="4941" r="3772"/>
          <a:stretch>
            <a:fillRect/>
          </a:stretch>
        </p:blipFill>
        <p:spPr>
          <a:xfrm>
            <a:off x="561975" y="2057401"/>
            <a:ext cx="8048625" cy="4234245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28A6106C-813B-4101-B216-FC246AAA3537}"/>
              </a:ext>
            </a:extLst>
          </p:cNvPr>
          <p:cNvSpPr/>
          <p:nvPr/>
        </p:nvSpPr>
        <p:spPr>
          <a:xfrm>
            <a:off x="287676" y="262815"/>
            <a:ext cx="9519523" cy="1110973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sz="4000" b="1" dirty="0"/>
              <a:t>Avaliação x Faturamento</a:t>
            </a: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7A6FB54C-2FD3-1A96-FC44-4A61E9A49902}"/>
              </a:ext>
            </a:extLst>
          </p:cNvPr>
          <p:cNvSpPr/>
          <p:nvPr/>
        </p:nvSpPr>
        <p:spPr>
          <a:xfrm>
            <a:off x="7524749" y="566354"/>
            <a:ext cx="4105275" cy="2203144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dirty="0">
                <a:solidFill>
                  <a:schemeClr val="tx1"/>
                </a:solidFill>
              </a:rPr>
              <a:t>A análise dos dados aponta que o produto com maior faturamento (Comida) é também o produto com maior avaliação positiva dos clientes (7,13).</a:t>
            </a:r>
          </a:p>
          <a:p>
            <a:pPr algn="ctr"/>
            <a:endParaRPr lang="pt-BR" sz="1600" dirty="0">
              <a:solidFill>
                <a:schemeClr val="tx1"/>
              </a:solidFill>
            </a:endParaRPr>
          </a:p>
          <a:p>
            <a:pPr algn="ctr"/>
            <a:r>
              <a:rPr lang="pt-BR" sz="1600" b="1" dirty="0">
                <a:solidFill>
                  <a:schemeClr val="tx1"/>
                </a:solidFill>
              </a:rPr>
              <a:t>Os produtos de “Casa” possuem a pior relação entre avaliação dos clientes e faturamento</a:t>
            </a: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B27829A8-41DC-42BA-A996-A72A50F71E4E}"/>
              </a:ext>
            </a:extLst>
          </p:cNvPr>
          <p:cNvSpPr/>
          <p:nvPr/>
        </p:nvSpPr>
        <p:spPr>
          <a:xfrm>
            <a:off x="1223962" y="2127756"/>
            <a:ext cx="985838" cy="366477"/>
          </a:xfrm>
          <a:prstGeom prst="round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sz="1050" dirty="0"/>
              <a:t>Avaliação 7,13</a:t>
            </a:r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1C3A7010-AAA8-F752-C939-873C8C6FAB95}"/>
              </a:ext>
            </a:extLst>
          </p:cNvPr>
          <p:cNvSpPr/>
          <p:nvPr/>
        </p:nvSpPr>
        <p:spPr>
          <a:xfrm>
            <a:off x="635794" y="2919650"/>
            <a:ext cx="1176336" cy="366477"/>
          </a:xfrm>
          <a:prstGeom prst="round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sz="1050" dirty="0"/>
              <a:t>Faturamento </a:t>
            </a:r>
          </a:p>
          <a:p>
            <a:r>
              <a:rPr lang="pt-BR" sz="1050" dirty="0"/>
              <a:t>56 mil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DBCC2938-53DD-3274-2C80-47B8E93E51EC}"/>
              </a:ext>
            </a:extLst>
          </p:cNvPr>
          <p:cNvSpPr txBox="1"/>
          <p:nvPr/>
        </p:nvSpPr>
        <p:spPr>
          <a:xfrm>
            <a:off x="5727166" y="2769498"/>
            <a:ext cx="1321334" cy="600164"/>
          </a:xfrm>
          <a:prstGeom prst="rect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wrap="square" rtlCol="0">
            <a:spAutoFit/>
          </a:bodyPr>
          <a:lstStyle/>
          <a:p>
            <a:pPr algn="ctr"/>
            <a:r>
              <a:rPr lang="pt-BR" sz="1100" b="1" dirty="0"/>
              <a:t>Pior resultado</a:t>
            </a:r>
          </a:p>
          <a:p>
            <a:pPr algn="ctr"/>
            <a:r>
              <a:rPr lang="pt-BR" sz="1100" b="1" dirty="0"/>
              <a:t>avaliação x faturamento</a:t>
            </a:r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3DDFA2C1-4DBB-4DC2-6F64-FA8A79315889}"/>
              </a:ext>
            </a:extLst>
          </p:cNvPr>
          <p:cNvSpPr/>
          <p:nvPr/>
        </p:nvSpPr>
        <p:spPr>
          <a:xfrm>
            <a:off x="5995772" y="5382897"/>
            <a:ext cx="845084" cy="314325"/>
          </a:xfrm>
          <a:prstGeom prst="roundRect">
            <a:avLst/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100" dirty="0"/>
              <a:t>Avaliação 6,838</a:t>
            </a:r>
          </a:p>
        </p:txBody>
      </p:sp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01F0D8EF-BBB6-241D-1527-795C16CC79E7}"/>
              </a:ext>
            </a:extLst>
          </p:cNvPr>
          <p:cNvSpPr/>
          <p:nvPr/>
        </p:nvSpPr>
        <p:spPr>
          <a:xfrm>
            <a:off x="5875706" y="3596759"/>
            <a:ext cx="1024255" cy="366477"/>
          </a:xfrm>
          <a:prstGeom prst="roundRect">
            <a:avLst/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100" dirty="0"/>
              <a:t>Faturamento </a:t>
            </a:r>
          </a:p>
          <a:p>
            <a:pPr algn="ctr"/>
            <a:r>
              <a:rPr lang="pt-BR" sz="1100" dirty="0"/>
              <a:t>53,8 mil</a:t>
            </a:r>
          </a:p>
        </p:txBody>
      </p:sp>
      <p:sp>
        <p:nvSpPr>
          <p:cNvPr id="15" name="Espaço Reservado para Número de Slide 14">
            <a:extLst>
              <a:ext uri="{FF2B5EF4-FFF2-40B4-BE49-F238E27FC236}">
                <a16:creationId xmlns:a16="http://schemas.microsoft.com/office/drawing/2014/main" id="{38A35C87-62D9-CF4D-CC4F-D067C9D48B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DF2547-7A40-4467-9B6E-10C5896C182B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020635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E0D183-BF85-4048-EE95-241C21220A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tângulo 13">
            <a:extLst>
              <a:ext uri="{FF2B5EF4-FFF2-40B4-BE49-F238E27FC236}">
                <a16:creationId xmlns:a16="http://schemas.microsoft.com/office/drawing/2014/main" id="{85724D12-C7FA-24D5-7B13-0ECF3076B306}"/>
              </a:ext>
            </a:extLst>
          </p:cNvPr>
          <p:cNvSpPr/>
          <p:nvPr/>
        </p:nvSpPr>
        <p:spPr>
          <a:xfrm>
            <a:off x="287676" y="262815"/>
            <a:ext cx="9519523" cy="1110973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sz="4000" b="1" dirty="0"/>
              <a:t>Tendência do Faturamento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284AC1DD-7CE3-1D71-094D-BCE7F29A9BCE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991" y="3048000"/>
            <a:ext cx="7024162" cy="3400425"/>
          </a:xfrm>
          <a:prstGeom prst="rect">
            <a:avLst/>
          </a:prstGeom>
          <a:ln>
            <a:noFill/>
          </a:ln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4B53BBA8-E6FB-84BE-ECF1-5FCA2842BDA5}"/>
              </a:ext>
            </a:extLst>
          </p:cNvPr>
          <p:cNvSpPr/>
          <p:nvPr/>
        </p:nvSpPr>
        <p:spPr>
          <a:xfrm>
            <a:off x="287676" y="2143125"/>
            <a:ext cx="5284449" cy="48577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sz="2000" dirty="0"/>
              <a:t>Variação diária do faturamento em março</a:t>
            </a:r>
          </a:p>
        </p:txBody>
      </p:sp>
      <p:cxnSp>
        <p:nvCxnSpPr>
          <p:cNvPr id="6" name="Conector de Seta Reta 5">
            <a:extLst>
              <a:ext uri="{FF2B5EF4-FFF2-40B4-BE49-F238E27FC236}">
                <a16:creationId xmlns:a16="http://schemas.microsoft.com/office/drawing/2014/main" id="{3E8432A2-AECC-6949-75DB-32C9CB5B2DE6}"/>
              </a:ext>
            </a:extLst>
          </p:cNvPr>
          <p:cNvCxnSpPr>
            <a:cxnSpLocks/>
            <a:stCxn id="30" idx="6"/>
            <a:endCxn id="8" idx="2"/>
          </p:cNvCxnSpPr>
          <p:nvPr/>
        </p:nvCxnSpPr>
        <p:spPr>
          <a:xfrm>
            <a:off x="568568" y="4536421"/>
            <a:ext cx="7632458" cy="638583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8" name="Elipse 7">
            <a:extLst>
              <a:ext uri="{FF2B5EF4-FFF2-40B4-BE49-F238E27FC236}">
                <a16:creationId xmlns:a16="http://schemas.microsoft.com/office/drawing/2014/main" id="{5CCC5429-2A57-31B4-96EC-72F57444FB52}"/>
              </a:ext>
            </a:extLst>
          </p:cNvPr>
          <p:cNvSpPr/>
          <p:nvPr/>
        </p:nvSpPr>
        <p:spPr>
          <a:xfrm>
            <a:off x="8201026" y="4815982"/>
            <a:ext cx="971550" cy="718044"/>
          </a:xfrm>
          <a:prstGeom prst="ellipse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r>
              <a:rPr lang="pt-BR" sz="800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tendência de queda</a:t>
            </a:r>
          </a:p>
        </p:txBody>
      </p:sp>
      <p:sp>
        <p:nvSpPr>
          <p:cNvPr id="17" name="Retângulo: Cantos Arredondados 16">
            <a:extLst>
              <a:ext uri="{FF2B5EF4-FFF2-40B4-BE49-F238E27FC236}">
                <a16:creationId xmlns:a16="http://schemas.microsoft.com/office/drawing/2014/main" id="{46B5BE5D-B27C-9CFA-2C3D-F40B51A83BD8}"/>
              </a:ext>
            </a:extLst>
          </p:cNvPr>
          <p:cNvSpPr/>
          <p:nvPr/>
        </p:nvSpPr>
        <p:spPr>
          <a:xfrm>
            <a:off x="8056034" y="1238727"/>
            <a:ext cx="3192991" cy="1914048"/>
          </a:xfrm>
          <a:prstGeom prst="roundRect">
            <a:avLst>
              <a:gd name="adj" fmla="val 6468"/>
            </a:avLst>
          </a:prstGeom>
          <a:solidFill>
            <a:srgbClr val="FFFF00"/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Apesar da recuperação do lucro em março , a tendência segue de queda no faturamento.</a:t>
            </a:r>
            <a:endParaRPr lang="pt-BR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2" name="Retângulo 21">
                <a:extLst>
                  <a:ext uri="{FF2B5EF4-FFF2-40B4-BE49-F238E27FC236}">
                    <a16:creationId xmlns:a16="http://schemas.microsoft.com/office/drawing/2014/main" id="{577B467C-EC10-AA15-1513-BEC5BD852E55}"/>
                  </a:ext>
                </a:extLst>
              </p:cNvPr>
              <p:cNvSpPr/>
              <p:nvPr/>
            </p:nvSpPr>
            <p:spPr>
              <a:xfrm>
                <a:off x="5572125" y="3345462"/>
                <a:ext cx="2255451" cy="638583"/>
              </a:xfrm>
              <a:prstGeom prst="rect">
                <a:avLst/>
              </a:prstGeom>
              <a:noFill/>
              <a:ln w="9525" cap="flat" cmpd="sng" algn="ctr">
                <a:solidFill>
                  <a:schemeClr val="accent4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4"/>
              </a:fontRef>
            </p:style>
            <p:txBody>
              <a:bodyPr rtlCol="0" anchor="ctr"/>
              <a:lstStyle/>
              <a:p>
                <a:pPr algn="ctr"/>
                <a:r>
                  <a:rPr lang="pt-BR" sz="1200" b="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Formula de Tendência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12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pt-BR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1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pt-BR" sz="1200" b="0" i="1" smtClean="0">
                          <a:latin typeface="Cambria Math" panose="02040503050406030204" pitchFamily="18" charset="0"/>
                        </a:rPr>
                        <m:t>= </m:t>
                      </m:r>
                      <m:sSub>
                        <m:sSubPr>
                          <m:ctrlPr>
                            <a:rPr lang="pt-BR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pt-BR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pt-BR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  </m:t>
                      </m:r>
                      <m:sSub>
                        <m:sSubPr>
                          <m:ctrlPr>
                            <a:rPr lang="pt-BR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pt-BR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pt-BR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r>
                        <a:rPr lang="pt-BR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pt-BR" sz="1200" dirty="0"/>
              </a:p>
            </p:txBody>
          </p:sp>
        </mc:Choice>
        <mc:Fallback>
          <p:sp>
            <p:nvSpPr>
              <p:cNvPr id="22" name="Retângulo 21">
                <a:extLst>
                  <a:ext uri="{FF2B5EF4-FFF2-40B4-BE49-F238E27FC236}">
                    <a16:creationId xmlns:a16="http://schemas.microsoft.com/office/drawing/2014/main" id="{577B467C-EC10-AA15-1513-BEC5BD852E5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72125" y="3345462"/>
                <a:ext cx="2255451" cy="63858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9525" cap="flat" cmpd="sng" algn="ctr">
                <a:solidFill>
                  <a:schemeClr val="accent4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Elipse 29">
            <a:extLst>
              <a:ext uri="{FF2B5EF4-FFF2-40B4-BE49-F238E27FC236}">
                <a16:creationId xmlns:a16="http://schemas.microsoft.com/office/drawing/2014/main" id="{60764FEC-2AAC-335A-2DBF-7A5DE3CC972F}"/>
              </a:ext>
            </a:extLst>
          </p:cNvPr>
          <p:cNvSpPr/>
          <p:nvPr/>
        </p:nvSpPr>
        <p:spPr>
          <a:xfrm>
            <a:off x="288257" y="4399401"/>
            <a:ext cx="280311" cy="274039"/>
          </a:xfrm>
          <a:prstGeom prst="ellipse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5" name="Espaço Reservado para Número de Slide 34">
            <a:extLst>
              <a:ext uri="{FF2B5EF4-FFF2-40B4-BE49-F238E27FC236}">
                <a16:creationId xmlns:a16="http://schemas.microsoft.com/office/drawing/2014/main" id="{50BB6467-81FC-7A24-9FFA-6CE31FBBC6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DF2547-7A40-4467-9B6E-10C5896C182B}" type="slidenum">
              <a:rPr lang="pt-BR" smtClean="0"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112141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479734-7D93-D18A-1576-69F322D6B7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3D9BD09-32CE-40D2-985D-CDCD589B16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Impacto nos negócios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1609F50-98BB-F4EF-1B56-1DCA0CFA96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>
            <a:normAutofit/>
          </a:bodyPr>
          <a:lstStyle/>
          <a:p>
            <a:r>
              <a:rPr lang="pt-BR" b="1" dirty="0"/>
              <a:t>Apesar da recuperação no mês de março, a  tendência é de queda no faturamento.</a:t>
            </a:r>
          </a:p>
          <a:p>
            <a:r>
              <a:rPr lang="pt-BR" b="1" dirty="0"/>
              <a:t>Os produtos de “Casa” possuem a pior relação entre avaliação x Faturamento. </a:t>
            </a:r>
          </a:p>
          <a:p>
            <a:endParaRPr lang="pt-BR" b="1" dirty="0"/>
          </a:p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C2285EB-DB28-7BC8-B2DD-11411D9DBA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DF2547-7A40-4467-9B6E-10C5896C182B}" type="slidenum">
              <a:rPr lang="pt-BR" smtClean="0"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4843916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262</TotalTime>
  <Words>284</Words>
  <Application>Microsoft Office PowerPoint</Application>
  <PresentationFormat>Widescreen</PresentationFormat>
  <Paragraphs>47</Paragraphs>
  <Slides>6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6</vt:i4>
      </vt:variant>
    </vt:vector>
  </HeadingPairs>
  <TitlesOfParts>
    <vt:vector size="13" baseType="lpstr">
      <vt:lpstr>Aptos</vt:lpstr>
      <vt:lpstr>Aptos Display</vt:lpstr>
      <vt:lpstr>Arial</vt:lpstr>
      <vt:lpstr>Cambria Math</vt:lpstr>
      <vt:lpstr>Times New Roman</vt:lpstr>
      <vt:lpstr>Verdana</vt:lpstr>
      <vt:lpstr>Tema do Office</vt:lpstr>
      <vt:lpstr>RELATÓRIO DE ANÁLISE DE DADOS  IAN-Store</vt:lpstr>
      <vt:lpstr>Apresentação do PowerPoint</vt:lpstr>
      <vt:lpstr>Apresentação do PowerPoint</vt:lpstr>
      <vt:lpstr>Apresentação do PowerPoint</vt:lpstr>
      <vt:lpstr>Apresentação do PowerPoint</vt:lpstr>
      <vt:lpstr>Impacto nos negócios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HANDERSON GLEBER</dc:creator>
  <cp:lastModifiedBy>HANDERSON GLEBER</cp:lastModifiedBy>
  <cp:revision>1</cp:revision>
  <dcterms:created xsi:type="dcterms:W3CDTF">2026-04-22T14:04:20Z</dcterms:created>
  <dcterms:modified xsi:type="dcterms:W3CDTF">2026-04-22T18:26:58Z</dcterms:modified>
</cp:coreProperties>
</file>