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7" r:id="rId7"/>
    <p:sldId id="268" r:id="rId8"/>
    <p:sldId id="260" r:id="rId9"/>
    <p:sldId id="261" r:id="rId10"/>
    <p:sldId id="262" r:id="rId11"/>
    <p:sldId id="266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803BA8-2205-4FD3-8112-1127B8D6DA54}" v="33" dt="2024-08-27T17:28:16.2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00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DERSON GLEBER" userId="09e1ec09439faba7" providerId="LiveId" clId="{DB803BA8-2205-4FD3-8112-1127B8D6DA54}"/>
    <pc:docChg chg="undo custSel addSld modSld sldOrd">
      <pc:chgData name="HANDERSON GLEBER" userId="09e1ec09439faba7" providerId="LiveId" clId="{DB803BA8-2205-4FD3-8112-1127B8D6DA54}" dt="2024-08-27T17:30:56.804" v="1048" actId="123"/>
      <pc:docMkLst>
        <pc:docMk/>
      </pc:docMkLst>
      <pc:sldChg chg="modSp mod">
        <pc:chgData name="HANDERSON GLEBER" userId="09e1ec09439faba7" providerId="LiveId" clId="{DB803BA8-2205-4FD3-8112-1127B8D6DA54}" dt="2024-08-27T16:12:30.510" v="35" actId="20577"/>
        <pc:sldMkLst>
          <pc:docMk/>
          <pc:sldMk cId="1032541655" sldId="256"/>
        </pc:sldMkLst>
        <pc:spChg chg="mod">
          <ac:chgData name="HANDERSON GLEBER" userId="09e1ec09439faba7" providerId="LiveId" clId="{DB803BA8-2205-4FD3-8112-1127B8D6DA54}" dt="2024-08-27T16:12:30.510" v="35" actId="20577"/>
          <ac:spMkLst>
            <pc:docMk/>
            <pc:sldMk cId="1032541655" sldId="256"/>
            <ac:spMk id="3" creationId="{C22D6795-D732-494C-B158-7BE143290E20}"/>
          </ac:spMkLst>
        </pc:spChg>
      </pc:sldChg>
      <pc:sldChg chg="addSp delSp modSp mod modClrScheme chgLayout">
        <pc:chgData name="HANDERSON GLEBER" userId="09e1ec09439faba7" providerId="LiveId" clId="{DB803BA8-2205-4FD3-8112-1127B8D6DA54}" dt="2024-08-27T17:27:32.094" v="994" actId="1076"/>
        <pc:sldMkLst>
          <pc:docMk/>
          <pc:sldMk cId="3901452679" sldId="257"/>
        </pc:sldMkLst>
        <pc:spChg chg="mod ord">
          <ac:chgData name="HANDERSON GLEBER" userId="09e1ec09439faba7" providerId="LiveId" clId="{DB803BA8-2205-4FD3-8112-1127B8D6DA54}" dt="2024-08-27T17:26:41.560" v="972" actId="122"/>
          <ac:spMkLst>
            <pc:docMk/>
            <pc:sldMk cId="3901452679" sldId="257"/>
            <ac:spMk id="2" creationId="{37EAD445-7104-4ED6-8C71-E3C704656970}"/>
          </ac:spMkLst>
        </pc:spChg>
        <pc:spChg chg="add mod">
          <ac:chgData name="HANDERSON GLEBER" userId="09e1ec09439faba7" providerId="LiveId" clId="{DB803BA8-2205-4FD3-8112-1127B8D6DA54}" dt="2024-08-27T17:27:31.631" v="993" actId="1076"/>
          <ac:spMkLst>
            <pc:docMk/>
            <pc:sldMk cId="3901452679" sldId="257"/>
            <ac:spMk id="5" creationId="{74E35B62-8E71-0B44-D28F-82752BBB7E42}"/>
          </ac:spMkLst>
        </pc:spChg>
        <pc:spChg chg="del mod">
          <ac:chgData name="HANDERSON GLEBER" userId="09e1ec09439faba7" providerId="LiveId" clId="{DB803BA8-2205-4FD3-8112-1127B8D6DA54}" dt="2024-08-27T17:25:11.862" v="942" actId="700"/>
          <ac:spMkLst>
            <pc:docMk/>
            <pc:sldMk cId="3901452679" sldId="257"/>
            <ac:spMk id="6" creationId="{088C5B9A-AEF3-4B88-B85C-614546A3CABD}"/>
          </ac:spMkLst>
        </pc:spChg>
        <pc:spChg chg="add mod">
          <ac:chgData name="HANDERSON GLEBER" userId="09e1ec09439faba7" providerId="LiveId" clId="{DB803BA8-2205-4FD3-8112-1127B8D6DA54}" dt="2024-08-27T17:27:30.540" v="990" actId="1076"/>
          <ac:spMkLst>
            <pc:docMk/>
            <pc:sldMk cId="3901452679" sldId="257"/>
            <ac:spMk id="8" creationId="{772F1942-30FD-8CB6-7FC4-0646F8F958C6}"/>
          </ac:spMkLst>
        </pc:spChg>
        <pc:spChg chg="add del mod">
          <ac:chgData name="HANDERSON GLEBER" userId="09e1ec09439faba7" providerId="LiveId" clId="{DB803BA8-2205-4FD3-8112-1127B8D6DA54}" dt="2024-08-27T17:27:29.128" v="987" actId="22"/>
          <ac:spMkLst>
            <pc:docMk/>
            <pc:sldMk cId="3901452679" sldId="257"/>
            <ac:spMk id="10" creationId="{CD1F4939-7D5A-4664-5428-856DE9E6D431}"/>
          </ac:spMkLst>
        </pc:spChg>
        <pc:picChg chg="add mod">
          <ac:chgData name="HANDERSON GLEBER" userId="09e1ec09439faba7" providerId="LiveId" clId="{DB803BA8-2205-4FD3-8112-1127B8D6DA54}" dt="2024-08-27T17:27:32.094" v="994" actId="1076"/>
          <ac:picMkLst>
            <pc:docMk/>
            <pc:sldMk cId="3901452679" sldId="257"/>
            <ac:picMk id="1026" creationId="{27684204-E77D-7D40-8B18-5441268DBCCE}"/>
          </ac:picMkLst>
        </pc:picChg>
        <pc:picChg chg="add mod">
          <ac:chgData name="HANDERSON GLEBER" userId="09e1ec09439faba7" providerId="LiveId" clId="{DB803BA8-2205-4FD3-8112-1127B8D6DA54}" dt="2024-08-27T17:27:31.252" v="992" actId="1076"/>
          <ac:picMkLst>
            <pc:docMk/>
            <pc:sldMk cId="3901452679" sldId="257"/>
            <ac:picMk id="1028" creationId="{46AB2728-74F4-D194-164B-34866B1DEC0F}"/>
          </ac:picMkLst>
        </pc:picChg>
        <pc:inkChg chg="add">
          <ac:chgData name="HANDERSON GLEBER" userId="09e1ec09439faba7" providerId="LiveId" clId="{DB803BA8-2205-4FD3-8112-1127B8D6DA54}" dt="2024-08-27T17:24:30.140" v="932" actId="9405"/>
          <ac:inkMkLst>
            <pc:docMk/>
            <pc:sldMk cId="3901452679" sldId="257"/>
            <ac:inkMk id="3" creationId="{B7401398-3B2A-0994-1D4F-D6210C0797B0}"/>
          </ac:inkMkLst>
        </pc:inkChg>
      </pc:sldChg>
      <pc:sldChg chg="addSp delSp modSp mod modClrScheme chgLayout">
        <pc:chgData name="HANDERSON GLEBER" userId="09e1ec09439faba7" providerId="LiveId" clId="{DB803BA8-2205-4FD3-8112-1127B8D6DA54}" dt="2024-08-27T17:29:00.959" v="1020" actId="122"/>
        <pc:sldMkLst>
          <pc:docMk/>
          <pc:sldMk cId="3579308847" sldId="258"/>
        </pc:sldMkLst>
        <pc:spChg chg="mod ord">
          <ac:chgData name="HANDERSON GLEBER" userId="09e1ec09439faba7" providerId="LiveId" clId="{DB803BA8-2205-4FD3-8112-1127B8D6DA54}" dt="2024-08-27T17:29:00.959" v="1020" actId="122"/>
          <ac:spMkLst>
            <pc:docMk/>
            <pc:sldMk cId="3579308847" sldId="258"/>
            <ac:spMk id="2" creationId="{BE3690E5-C78B-4EAA-BC1B-CE9424A48DE1}"/>
          </ac:spMkLst>
        </pc:spChg>
        <pc:spChg chg="del mod">
          <ac:chgData name="HANDERSON GLEBER" userId="09e1ec09439faba7" providerId="LiveId" clId="{DB803BA8-2205-4FD3-8112-1127B8D6DA54}" dt="2024-08-27T17:27:55.214" v="1000" actId="700"/>
          <ac:spMkLst>
            <pc:docMk/>
            <pc:sldMk cId="3579308847" sldId="258"/>
            <ac:spMk id="3" creationId="{1F2473D2-D640-4EE9-B02A-3EE25E7835C8}"/>
          </ac:spMkLst>
        </pc:spChg>
        <pc:spChg chg="add mod">
          <ac:chgData name="HANDERSON GLEBER" userId="09e1ec09439faba7" providerId="LiveId" clId="{DB803BA8-2205-4FD3-8112-1127B8D6DA54}" dt="2024-08-27T17:28:51.785" v="1019" actId="1076"/>
          <ac:spMkLst>
            <pc:docMk/>
            <pc:sldMk cId="3579308847" sldId="258"/>
            <ac:spMk id="6" creationId="{870B2F98-8E6A-6D6F-633C-2D4CAB31EC67}"/>
          </ac:spMkLst>
        </pc:spChg>
        <pc:spChg chg="add mod">
          <ac:chgData name="HANDERSON GLEBER" userId="09e1ec09439faba7" providerId="LiveId" clId="{DB803BA8-2205-4FD3-8112-1127B8D6DA54}" dt="2024-08-27T17:28:48.606" v="1018" actId="1076"/>
          <ac:spMkLst>
            <pc:docMk/>
            <pc:sldMk cId="3579308847" sldId="258"/>
            <ac:spMk id="8" creationId="{ADF2A10C-ED05-C40A-C72D-78C8E511CB7C}"/>
          </ac:spMkLst>
        </pc:spChg>
        <pc:picChg chg="add mod">
          <ac:chgData name="HANDERSON GLEBER" userId="09e1ec09439faba7" providerId="LiveId" clId="{DB803BA8-2205-4FD3-8112-1127B8D6DA54}" dt="2024-08-27T17:28:00.146" v="1002" actId="1076"/>
          <ac:picMkLst>
            <pc:docMk/>
            <pc:sldMk cId="3579308847" sldId="258"/>
            <ac:picMk id="4" creationId="{15FBADBE-BF7A-B7AD-95AF-3875DD5C661B}"/>
          </ac:picMkLst>
        </pc:picChg>
        <pc:picChg chg="add mod">
          <ac:chgData name="HANDERSON GLEBER" userId="09e1ec09439faba7" providerId="LiveId" clId="{DB803BA8-2205-4FD3-8112-1127B8D6DA54}" dt="2024-08-27T17:28:16.255" v="1008" actId="1076"/>
          <ac:picMkLst>
            <pc:docMk/>
            <pc:sldMk cId="3579308847" sldId="258"/>
            <ac:picMk id="9" creationId="{0FC6FA37-8A15-1B15-33D6-C213F16A52C0}"/>
          </ac:picMkLst>
        </pc:picChg>
      </pc:sldChg>
      <pc:sldChg chg="addSp delSp modSp mod setBg modClrScheme setClrOvrMap chgLayout">
        <pc:chgData name="HANDERSON GLEBER" userId="09e1ec09439faba7" providerId="LiveId" clId="{DB803BA8-2205-4FD3-8112-1127B8D6DA54}" dt="2024-08-27T17:29:14.506" v="1022" actId="27636"/>
        <pc:sldMkLst>
          <pc:docMk/>
          <pc:sldMk cId="659742973" sldId="259"/>
        </pc:sldMkLst>
        <pc:spChg chg="mod ord">
          <ac:chgData name="HANDERSON GLEBER" userId="09e1ec09439faba7" providerId="LiveId" clId="{DB803BA8-2205-4FD3-8112-1127B8D6DA54}" dt="2024-08-27T17:22:44.747" v="931" actId="26606"/>
          <ac:spMkLst>
            <pc:docMk/>
            <pc:sldMk cId="659742973" sldId="259"/>
            <ac:spMk id="2" creationId="{A39EA4B6-0216-4B52-B223-7DD0C8A350AB}"/>
          </ac:spMkLst>
        </pc:spChg>
        <pc:spChg chg="mod ord">
          <ac:chgData name="HANDERSON GLEBER" userId="09e1ec09439faba7" providerId="LiveId" clId="{DB803BA8-2205-4FD3-8112-1127B8D6DA54}" dt="2024-08-27T17:29:14.506" v="1022" actId="27636"/>
          <ac:spMkLst>
            <pc:docMk/>
            <pc:sldMk cId="659742973" sldId="259"/>
            <ac:spMk id="3" creationId="{308C9652-8672-45B8-893E-CAE13EE6D584}"/>
          </ac:spMkLst>
        </pc:spChg>
        <pc:spChg chg="add del">
          <ac:chgData name="HANDERSON GLEBER" userId="09e1ec09439faba7" providerId="LiveId" clId="{DB803BA8-2205-4FD3-8112-1127B8D6DA54}" dt="2024-08-27T17:22:44.747" v="931" actId="26606"/>
          <ac:spMkLst>
            <pc:docMk/>
            <pc:sldMk cId="659742973" sldId="259"/>
            <ac:spMk id="9" creationId="{71B2258F-86CA-4D4D-8270-BC05FCDEBFB3}"/>
          </ac:spMkLst>
        </pc:spChg>
        <pc:picChg chg="add del">
          <ac:chgData name="HANDERSON GLEBER" userId="09e1ec09439faba7" providerId="LiveId" clId="{DB803BA8-2205-4FD3-8112-1127B8D6DA54}" dt="2024-08-27T17:22:44.747" v="931" actId="26606"/>
          <ac:picMkLst>
            <pc:docMk/>
            <pc:sldMk cId="659742973" sldId="259"/>
            <ac:picMk id="5" creationId="{8AF38DFF-3188-433F-E996-75B21297EA32}"/>
          </ac:picMkLst>
        </pc:picChg>
      </pc:sldChg>
      <pc:sldChg chg="modSp mod modClrScheme chgLayout">
        <pc:chgData name="HANDERSON GLEBER" userId="09e1ec09439faba7" providerId="LiveId" clId="{DB803BA8-2205-4FD3-8112-1127B8D6DA54}" dt="2024-08-27T17:22:17.383" v="922" actId="700"/>
        <pc:sldMkLst>
          <pc:docMk/>
          <pc:sldMk cId="1995477710" sldId="262"/>
        </pc:sldMkLst>
        <pc:spChg chg="mod ord">
          <ac:chgData name="HANDERSON GLEBER" userId="09e1ec09439faba7" providerId="LiveId" clId="{DB803BA8-2205-4FD3-8112-1127B8D6DA54}" dt="2024-08-27T17:22:17.383" v="922" actId="700"/>
          <ac:spMkLst>
            <pc:docMk/>
            <pc:sldMk cId="1995477710" sldId="262"/>
            <ac:spMk id="2" creationId="{A39EA4B6-0216-4B52-B223-7DD0C8A350AB}"/>
          </ac:spMkLst>
        </pc:spChg>
        <pc:spChg chg="mod ord">
          <ac:chgData name="HANDERSON GLEBER" userId="09e1ec09439faba7" providerId="LiveId" clId="{DB803BA8-2205-4FD3-8112-1127B8D6DA54}" dt="2024-08-27T17:22:17.383" v="922" actId="700"/>
          <ac:spMkLst>
            <pc:docMk/>
            <pc:sldMk cId="1995477710" sldId="262"/>
            <ac:spMk id="4" creationId="{CECF8C71-FA67-4DB8-9981-253392672465}"/>
          </ac:spMkLst>
        </pc:spChg>
      </pc:sldChg>
      <pc:sldChg chg="modSp add mod">
        <pc:chgData name="HANDERSON GLEBER" userId="09e1ec09439faba7" providerId="LiveId" clId="{DB803BA8-2205-4FD3-8112-1127B8D6DA54}" dt="2024-08-27T16:30:03.070" v="917" actId="20577"/>
        <pc:sldMkLst>
          <pc:docMk/>
          <pc:sldMk cId="1458596922" sldId="266"/>
        </pc:sldMkLst>
        <pc:spChg chg="mod">
          <ac:chgData name="HANDERSON GLEBER" userId="09e1ec09439faba7" providerId="LiveId" clId="{DB803BA8-2205-4FD3-8112-1127B8D6DA54}" dt="2024-08-27T16:30:03.070" v="917" actId="20577"/>
          <ac:spMkLst>
            <pc:docMk/>
            <pc:sldMk cId="1458596922" sldId="266"/>
            <ac:spMk id="2" creationId="{A39EA4B6-0216-4B52-B223-7DD0C8A350AB}"/>
          </ac:spMkLst>
        </pc:spChg>
        <pc:spChg chg="mod">
          <ac:chgData name="HANDERSON GLEBER" userId="09e1ec09439faba7" providerId="LiveId" clId="{DB803BA8-2205-4FD3-8112-1127B8D6DA54}" dt="2024-08-27T16:29:56.189" v="912" actId="27636"/>
          <ac:spMkLst>
            <pc:docMk/>
            <pc:sldMk cId="1458596922" sldId="266"/>
            <ac:spMk id="4" creationId="{CECF8C71-FA67-4DB8-9981-253392672465}"/>
          </ac:spMkLst>
        </pc:spChg>
      </pc:sldChg>
      <pc:sldChg chg="modSp add mod ord">
        <pc:chgData name="HANDERSON GLEBER" userId="09e1ec09439faba7" providerId="LiveId" clId="{DB803BA8-2205-4FD3-8112-1127B8D6DA54}" dt="2024-08-27T17:30:53.248" v="1047" actId="123"/>
        <pc:sldMkLst>
          <pc:docMk/>
          <pc:sldMk cId="961243035" sldId="267"/>
        </pc:sldMkLst>
        <pc:spChg chg="mod">
          <ac:chgData name="HANDERSON GLEBER" userId="09e1ec09439faba7" providerId="LiveId" clId="{DB803BA8-2205-4FD3-8112-1127B8D6DA54}" dt="2024-08-27T17:30:53.248" v="1047" actId="123"/>
          <ac:spMkLst>
            <pc:docMk/>
            <pc:sldMk cId="961243035" sldId="267"/>
            <ac:spMk id="3" creationId="{308C9652-8672-45B8-893E-CAE13EE6D584}"/>
          </ac:spMkLst>
        </pc:spChg>
      </pc:sldChg>
      <pc:sldChg chg="modSp add mod">
        <pc:chgData name="HANDERSON GLEBER" userId="09e1ec09439faba7" providerId="LiveId" clId="{DB803BA8-2205-4FD3-8112-1127B8D6DA54}" dt="2024-08-27T17:30:56.804" v="1048" actId="123"/>
        <pc:sldMkLst>
          <pc:docMk/>
          <pc:sldMk cId="3593153322" sldId="268"/>
        </pc:sldMkLst>
        <pc:spChg chg="mod">
          <ac:chgData name="HANDERSON GLEBER" userId="09e1ec09439faba7" providerId="LiveId" clId="{DB803BA8-2205-4FD3-8112-1127B8D6DA54}" dt="2024-08-27T17:30:56.804" v="1048" actId="123"/>
          <ac:spMkLst>
            <pc:docMk/>
            <pc:sldMk cId="3593153322" sldId="268"/>
            <ac:spMk id="3" creationId="{308C9652-8672-45B8-893E-CAE13EE6D584}"/>
          </ac:spMkLst>
        </pc:spChg>
      </pc:sldChg>
      <pc:sldChg chg="modSp add mod ord">
        <pc:chgData name="HANDERSON GLEBER" userId="09e1ec09439faba7" providerId="LiveId" clId="{DB803BA8-2205-4FD3-8112-1127B8D6DA54}" dt="2024-08-27T17:30:49.760" v="1046" actId="123"/>
        <pc:sldMkLst>
          <pc:docMk/>
          <pc:sldMk cId="3055431220" sldId="269"/>
        </pc:sldMkLst>
        <pc:spChg chg="mod">
          <ac:chgData name="HANDERSON GLEBER" userId="09e1ec09439faba7" providerId="LiveId" clId="{DB803BA8-2205-4FD3-8112-1127B8D6DA54}" dt="2024-08-27T17:30:49.760" v="1046" actId="123"/>
          <ac:spMkLst>
            <pc:docMk/>
            <pc:sldMk cId="3055431220" sldId="269"/>
            <ac:spMk id="3" creationId="{308C9652-8672-45B8-893E-CAE13EE6D584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27T17:24:30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34C5E-9A8F-4ADD-AB77-35F2F7623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847F79-6DBF-4653-8797-58785EC36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F9B60B-D880-4BB7-8C4A-63BE0B1D0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27/08/2024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33EF54-E741-407E-B495-3ED087D78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D4D158-8066-4737-A454-2870DF376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6623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5EF8E-82AC-4E18-9526-C983AD7BB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1E3C1F-EB83-48B6-900E-B8B71AEE1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72FF07-CD43-402D-AA6E-F5245936F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27/08/2024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D4E958-F0C3-4509-A7A5-67A966CD7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99E526-6F7E-4144-A0C8-887C34C3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1296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6A683D-CE46-4217-8770-072F73E11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69D422-E024-4E4C-9A0B-029E4D588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29CBDA-5328-4D58-93C1-A50A70F58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27/08/2024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DFFC05-1857-4ABD-9FE6-012DA1D2C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024365-2397-43E3-B747-AAFD3521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328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12187-0F46-4404-A7AB-0171CA22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F27FB5-2B8F-453B-BDE7-C73C048A4A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6E7795E-3B75-46EC-9BA8-89C694DE0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7D2184-E7BB-4B7A-A7CE-AC1015478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27/08/2024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2609B1-C9FC-4473-ACEB-9E92595B4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1BD618-F0D8-4DA6-BE68-C2DF21085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7818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A6B65-7D85-49A3-BCE8-76BEC209F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55E724-9C53-4C7F-A508-BF2D08088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D305036-C604-407E-974F-855625B12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2244E76-08D3-40D3-800B-5225EF569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996CA4C-DCDE-4633-B78F-9E7C28F95A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B424AE6-D988-410D-8D24-BCE27B11B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27/08/2024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977F109-6A7C-49E8-BC6B-E07A8A5B7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E83F8BD-9E36-45E2-A8E3-A16144A7E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6051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225899-C2C7-4728-BD24-51F30E2A4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F3B6C29-193C-4C57-9D16-320B3A93A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27/08/2024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8E6D84-A19B-4822-AAF3-FC8F81863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CDD51D1-626F-4F85-B4D7-F8FA97F0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0976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E212F9F-A977-4810-9E4A-803428410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27/08/2024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CD7B70C-F4F9-49D9-81F9-88B4C85B0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D32A74-D731-4029-B5D7-64293A808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2046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FE871C-FEAE-4053-9B20-2EF4BE9C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5EAF9F-F6D3-4AF9-890D-891CD13B8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3D98D9B-C144-488F-AD7C-35E53AD65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F4C310-7894-400B-874A-D41C19461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27/08/2024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F4B178-0EE4-4F50-874B-0C9D24B3E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06EEFD-0538-49EC-9C16-6C515CF86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541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7DEF4-7F7E-4ABF-B1F1-4F7C7AEBF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88BEFB4-F8FA-470E-8A71-8AB9697912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E90B5E4-7E40-46CC-8420-60AE202BE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6CFC15-B619-4FE8-BF0B-62D6A9E72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27/08/2024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077EB3-C367-46E0-A97C-19696F4F2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7202E7-EF49-46D6-8D8C-4C3163289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305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56ECEA-7FD5-494C-A18B-EB585C51D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2B7CB92-FF84-4273-AF4A-FAC6C8751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5E0FBF-90A5-4ACC-B033-2D028192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27/08/2024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CC7FEF-44AF-43DC-A48D-97E1C6D6B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89DCE1-6944-4537-8EE7-06FEBF84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4180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330F93-34F7-46EE-BD97-CB23E77EEF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E83667-4271-4C74-919B-5D4009681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EF6ECB-AC58-4DF5-B116-0392935D5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27/08/2024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DA983B-AECC-4E41-90CB-87D8025BD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FF5E11-334E-49F7-8614-24E1D3030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428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CEE99A3-C287-47CF-A22C-5EF9C0568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907E2D-B870-447A-9E1A-16D3C68CC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5B9B01-4D69-4AB6-8D4D-2FDA7DEF95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E7009-81E1-4CC1-9727-5FDDEAC86B46}" type="datetimeFigureOut">
              <a:rPr lang="pt-BR" smtClean="0"/>
              <a:t>27/08/2024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CCA9D7-99DA-4BE9-8906-DC9859C9B9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C68E6E-A4C2-48B6-86AB-AD67D9270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5073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A92DFC-4068-4AC1-B1F5-82DFCBC9DF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3400" b="1" dirty="0">
                <a:solidFill>
                  <a:srgbClr val="8A0638"/>
                </a:solidFill>
                <a:latin typeface="+mn-lt"/>
              </a:rPr>
              <a:t>Concurso Cultural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2D6795-D732-494C-B158-7BE143290E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pt-BR" sz="3600" b="1" dirty="0">
                <a:solidFill>
                  <a:srgbClr val="515151"/>
                </a:solidFill>
                <a:ea typeface="+mj-ea"/>
                <a:cs typeface="+mj-cs"/>
              </a:rPr>
              <a:t>Nome: HANDERSON GLEBER DE LIMA CAVALCANTI </a:t>
            </a:r>
          </a:p>
        </p:txBody>
      </p:sp>
    </p:spTree>
    <p:extLst>
      <p:ext uri="{BB962C8B-B14F-4D97-AF65-F5344CB8AC3E}">
        <p14:creationId xmlns:p14="http://schemas.microsoft.com/office/powerpoint/2010/main" val="1032541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AD445-7104-4ED6-8C71-E3C704656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3400" b="1" dirty="0">
                <a:solidFill>
                  <a:srgbClr val="8A0638"/>
                </a:solidFill>
                <a:latin typeface="+mn-lt"/>
              </a:rPr>
              <a:t>Quais países foram escolhidos?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B7401398-3B2A-0994-1D4F-D6210C0797B0}"/>
                  </a:ext>
                </a:extLst>
              </p14:cNvPr>
              <p14:cNvContentPartPr/>
              <p14:nvPr/>
            </p14:nvContentPartPr>
            <p14:xfrm>
              <a:off x="3204758" y="4494676"/>
              <a:ext cx="21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B7401398-3B2A-0994-1D4F-D6210C0797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6118" y="4486036"/>
                <a:ext cx="198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 descr="Bandeira Nacional do Tibete">
            <a:extLst>
              <a:ext uri="{FF2B5EF4-FFF2-40B4-BE49-F238E27FC236}">
                <a16:creationId xmlns:a16="http://schemas.microsoft.com/office/drawing/2014/main" id="{27684204-E77D-7D40-8B18-5441268DB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0932" y="2214078"/>
            <a:ext cx="2942436" cy="18478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andeira do Japão">
            <a:extLst>
              <a:ext uri="{FF2B5EF4-FFF2-40B4-BE49-F238E27FC236}">
                <a16:creationId xmlns:a16="http://schemas.microsoft.com/office/drawing/2014/main" id="{46AB2728-74F4-D194-164B-34866B1DE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97" y="2214078"/>
            <a:ext cx="2762250" cy="18478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4E35B62-8E71-0B44-D28F-82752BBB7E42}"/>
              </a:ext>
            </a:extLst>
          </p:cNvPr>
          <p:cNvSpPr txBox="1"/>
          <p:nvPr/>
        </p:nvSpPr>
        <p:spPr>
          <a:xfrm>
            <a:off x="2503360" y="4402438"/>
            <a:ext cx="294243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pt-BR" dirty="0"/>
              <a:t>TIBET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72F1942-30FD-8CB6-7FC4-0646F8F958C6}"/>
              </a:ext>
            </a:extLst>
          </p:cNvPr>
          <p:cNvSpPr txBox="1"/>
          <p:nvPr/>
        </p:nvSpPr>
        <p:spPr>
          <a:xfrm>
            <a:off x="6492897" y="4402438"/>
            <a:ext cx="276225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pt-BR" dirty="0"/>
              <a:t>JAPÃO </a:t>
            </a:r>
          </a:p>
        </p:txBody>
      </p:sp>
    </p:spTree>
    <p:extLst>
      <p:ext uri="{BB962C8B-B14F-4D97-AF65-F5344CB8AC3E}">
        <p14:creationId xmlns:p14="http://schemas.microsoft.com/office/powerpoint/2010/main" val="3901452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3690E5-C78B-4EAA-BC1B-CE9424A48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3400" b="1" dirty="0">
                <a:solidFill>
                  <a:srgbClr val="8A0638"/>
                </a:solidFill>
                <a:latin typeface="+mn-lt"/>
              </a:rPr>
              <a:t>Motivações da escolha</a:t>
            </a:r>
          </a:p>
        </p:txBody>
      </p:sp>
      <p:pic>
        <p:nvPicPr>
          <p:cNvPr id="4" name="Picture 2" descr="Bandeira Nacional do Tibete">
            <a:extLst>
              <a:ext uri="{FF2B5EF4-FFF2-40B4-BE49-F238E27FC236}">
                <a16:creationId xmlns:a16="http://schemas.microsoft.com/office/drawing/2014/main" id="{15FBADBE-BF7A-B7AD-95AF-3875DD5C6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886" y="1848318"/>
            <a:ext cx="2942436" cy="18478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70B2F98-8E6A-6D6F-633C-2D4CAB31EC67}"/>
              </a:ext>
            </a:extLst>
          </p:cNvPr>
          <p:cNvSpPr txBox="1"/>
          <p:nvPr/>
        </p:nvSpPr>
        <p:spPr>
          <a:xfrm>
            <a:off x="4040202" y="1835729"/>
            <a:ext cx="6807467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18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Tibet</a:t>
            </a:r>
            <a:r>
              <a:rPr lang="pt-BR" sz="18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– Tenho uma profunda admiração pelas crenças orientais e como o </a:t>
            </a:r>
            <a:r>
              <a:rPr lang="pt-BR" sz="18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tibet</a:t>
            </a:r>
            <a:r>
              <a:rPr lang="pt-BR" sz="18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</a:t>
            </a:r>
            <a:r>
              <a:rPr lang="pt-BR" sz="18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éum</a:t>
            </a:r>
            <a:r>
              <a:rPr lang="pt-BR" sz="18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símbolo de trais crenças, para um turismo religioso, considero que este país seria de suma importância para compreensão destas crenças. Enquanto ocidental, sinto que a compreensão da religiosidade é distorcida por imagens cinematográficas e que , portanto, alguns conceitos desta cultura somente podem ser compreendido com uma experiencia in </a:t>
            </a:r>
            <a:r>
              <a:rPr lang="pt-BR" sz="18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locu</a:t>
            </a:r>
            <a:r>
              <a:rPr lang="pt-BR" sz="1800" spc="-7" dirty="0">
                <a:solidFill>
                  <a:srgbClr val="515151"/>
                </a:solidFill>
                <a:cs typeface="Calibri Light" panose="020F0302020204030204" pitchFamily="34" charset="0"/>
              </a:rPr>
              <a:t>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DF2A10C-ED05-C40A-C72D-78C8E511CB7C}"/>
              </a:ext>
            </a:extLst>
          </p:cNvPr>
          <p:cNvSpPr txBox="1"/>
          <p:nvPr/>
        </p:nvSpPr>
        <p:spPr>
          <a:xfrm>
            <a:off x="4040203" y="4274593"/>
            <a:ext cx="6807467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18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Japão</a:t>
            </a:r>
            <a:r>
              <a:rPr lang="pt-BR" sz="18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– o </a:t>
            </a:r>
            <a:r>
              <a:rPr lang="pt-BR" sz="18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japão</a:t>
            </a:r>
            <a:r>
              <a:rPr lang="pt-BR" sz="18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é um pais que une a religiosidade tradicional oriental com a modernização e a tecnologia. Então gostaria de conhecer e sentir os dilemas da relação entre o passado e o futuro. </a:t>
            </a:r>
          </a:p>
        </p:txBody>
      </p:sp>
      <p:pic>
        <p:nvPicPr>
          <p:cNvPr id="9" name="Picture 4" descr="Bandeira do Japão">
            <a:extLst>
              <a:ext uri="{FF2B5EF4-FFF2-40B4-BE49-F238E27FC236}">
                <a16:creationId xmlns:a16="http://schemas.microsoft.com/office/drawing/2014/main" id="{0FC6FA37-8A15-1B15-33D6-C213F16A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886" y="4279265"/>
            <a:ext cx="2942435" cy="18478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308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9EA4B6-0216-4B52-B223-7DD0C8A3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400" b="1">
                <a:solidFill>
                  <a:srgbClr val="8A0638"/>
                </a:solidFill>
                <a:latin typeface="+mn-lt"/>
              </a:rPr>
              <a:t>Apresentação do primeiro país</a:t>
            </a:r>
            <a:endParaRPr lang="pt-BR" sz="3400" b="1" dirty="0">
              <a:solidFill>
                <a:srgbClr val="8A0638"/>
              </a:solidFill>
              <a:latin typeface="+mn-lt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C9652-8672-45B8-893E-CAE13EE6D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457200" lvl="1" fontAlgn="t">
              <a:spcBef>
                <a:spcPts val="0"/>
              </a:spcBef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Tipos de religião predominantes.</a:t>
            </a:r>
          </a:p>
          <a:p>
            <a:pPr marL="457200" lvl="1" fontAlgn="t">
              <a:spcBef>
                <a:spcPts val="0"/>
              </a:spcBef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Características da cultura local.</a:t>
            </a:r>
          </a:p>
          <a:p>
            <a:pPr marL="457200" lvl="1" fontAlgn="t">
              <a:spcBef>
                <a:spcPts val="0"/>
              </a:spcBef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Como o sagrado e o profano são evidenciados na cultura do país? </a:t>
            </a:r>
          </a:p>
          <a:p>
            <a:pPr marL="457200" lvl="1" fontAlgn="t">
              <a:spcBef>
                <a:spcPts val="0"/>
              </a:spcBef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Existe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fanatização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da religião?</a:t>
            </a:r>
          </a:p>
          <a:p>
            <a:pPr marL="457200" lvl="1" fontAlgn="t">
              <a:spcBef>
                <a:spcPts val="0"/>
              </a:spcBef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Como a fé é vivenciada nesse país?</a:t>
            </a:r>
          </a:p>
          <a:p>
            <a:pPr marL="457200" lvl="1" fontAlgn="t">
              <a:spcBef>
                <a:spcPts val="0"/>
              </a:spcBef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Quais são os pontos positivos e negativos das expressividades religiosas deste país?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9742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9EA4B6-0216-4B52-B223-7DD0C8A35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9"/>
            <a:ext cx="10515600" cy="1325563"/>
          </a:xfrm>
        </p:spPr>
        <p:txBody>
          <a:bodyPr>
            <a:normAutofit/>
          </a:bodyPr>
          <a:lstStyle/>
          <a:p>
            <a:r>
              <a:rPr lang="pt-BR" sz="3400" b="1" dirty="0">
                <a:solidFill>
                  <a:srgbClr val="8A0638"/>
                </a:solidFill>
                <a:latin typeface="+mn-lt"/>
              </a:rPr>
              <a:t>Apresentação do primeiro país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C9652-8672-45B8-893E-CAE13EE6D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220"/>
            <a:ext cx="10515600" cy="5085184"/>
          </a:xfrm>
        </p:spPr>
        <p:txBody>
          <a:bodyPr>
            <a:normAutofit fontScale="92500" lnSpcReduction="20000"/>
          </a:bodyPr>
          <a:lstStyle/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### 1. Tipos de religião predominantes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pt-BR" sz="2000" b="1" dirty="0">
              <a:solidFill>
                <a:srgbClr val="515151"/>
              </a:solidFill>
            </a:endParaRP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A religião predominante no Tibete é o **Budismo Tibetano**, também conhecido como </a:t>
            </a:r>
            <a:r>
              <a:rPr lang="pt-BR" sz="2000" b="1" dirty="0" err="1">
                <a:solidFill>
                  <a:srgbClr val="515151"/>
                </a:solidFill>
              </a:rPr>
              <a:t>Vajrayana</a:t>
            </a:r>
            <a:r>
              <a:rPr lang="pt-BR" sz="2000" b="1" dirty="0">
                <a:solidFill>
                  <a:srgbClr val="515151"/>
                </a:solidFill>
              </a:rPr>
              <a:t> ou </a:t>
            </a:r>
            <a:r>
              <a:rPr lang="pt-BR" sz="2000" b="1" dirty="0" err="1">
                <a:solidFill>
                  <a:srgbClr val="515151"/>
                </a:solidFill>
              </a:rPr>
              <a:t>Lamaismo</a:t>
            </a:r>
            <a:r>
              <a:rPr lang="pt-BR" sz="2000" b="1" dirty="0">
                <a:solidFill>
                  <a:srgbClr val="515151"/>
                </a:solidFill>
              </a:rPr>
              <a:t>. Esta forma de Budismo incorpora elementos do Budismo Mahayana, assim como práticas tântricas e influências das religiões nativas tibetanas, como o </a:t>
            </a:r>
            <a:r>
              <a:rPr lang="pt-BR" sz="2000" b="1" dirty="0" err="1">
                <a:solidFill>
                  <a:srgbClr val="515151"/>
                </a:solidFill>
              </a:rPr>
              <a:t>Bön</a:t>
            </a:r>
            <a:r>
              <a:rPr lang="pt-BR" sz="2000" b="1" dirty="0">
                <a:solidFill>
                  <a:srgbClr val="515151"/>
                </a:solidFill>
              </a:rPr>
              <a:t>. 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pt-BR" sz="2000" b="1" dirty="0">
              <a:solidFill>
                <a:srgbClr val="515151"/>
              </a:solidFill>
            </a:endParaRP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- **Budismo Tibetano**: Praticado pela maioria dos tibetanos, o Budismo Tibetano é central à vida espiritual, cultural e política do Tibete. Possui uma estrutura monástica significativa e uma rica tradição de textos e práticas espirituais.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- **</a:t>
            </a:r>
            <a:r>
              <a:rPr lang="pt-BR" sz="2000" b="1" dirty="0" err="1">
                <a:solidFill>
                  <a:srgbClr val="515151"/>
                </a:solidFill>
              </a:rPr>
              <a:t>Bön</a:t>
            </a:r>
            <a:r>
              <a:rPr lang="pt-BR" sz="2000" b="1" dirty="0">
                <a:solidFill>
                  <a:srgbClr val="515151"/>
                </a:solidFill>
              </a:rPr>
              <a:t>**: Antes da chegada do Budismo, o </a:t>
            </a:r>
            <a:r>
              <a:rPr lang="pt-BR" sz="2000" b="1" dirty="0" err="1">
                <a:solidFill>
                  <a:srgbClr val="515151"/>
                </a:solidFill>
              </a:rPr>
              <a:t>Bön</a:t>
            </a:r>
            <a:r>
              <a:rPr lang="pt-BR" sz="2000" b="1" dirty="0">
                <a:solidFill>
                  <a:srgbClr val="515151"/>
                </a:solidFill>
              </a:rPr>
              <a:t> era a religião predominante no Tibete. Embora agora minoritária, continua sendo praticada e influenciou o desenvolvimento do Budismo Tibetano.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pt-BR" sz="2000" b="1" dirty="0">
              <a:solidFill>
                <a:srgbClr val="515151"/>
              </a:solidFill>
            </a:endParaRP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### 2. Características da cultura local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pt-BR" sz="2000" b="1" dirty="0">
              <a:solidFill>
                <a:srgbClr val="515151"/>
              </a:solidFill>
            </a:endParaRP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- **Espiritualidade Profunda**: A vida no Tibete é profundamente enraizada na espiritualidade, com uma forte presença monástica e a prática comum de meditação, mantras e rituais.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- **Reverência aos Lamas**: Os lamas (mestres espirituais) são altamente reverenciados. O Dalai Lama é uma figura central tanto espiritual quanto politicamente.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- **Arte e Simbolismo**: A cultura tibetana é rica em arte sacra, como mandalas, </a:t>
            </a:r>
            <a:r>
              <a:rPr lang="pt-BR" sz="2000" b="1" dirty="0" err="1">
                <a:solidFill>
                  <a:srgbClr val="515151"/>
                </a:solidFill>
              </a:rPr>
              <a:t>thangkas</a:t>
            </a:r>
            <a:r>
              <a:rPr lang="pt-BR" sz="2000" b="1" dirty="0">
                <a:solidFill>
                  <a:srgbClr val="515151"/>
                </a:solidFill>
              </a:rPr>
              <a:t> (pinturas) e esculturas que possuem significados espirituais profundos.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- **Comunidades Monásticas**: Os mosteiros são centros culturais e espirituais vitais, onde a educação religiosa e a preservação das tradições são mantidas.</a:t>
            </a:r>
          </a:p>
        </p:txBody>
      </p:sp>
    </p:spTree>
    <p:extLst>
      <p:ext uri="{BB962C8B-B14F-4D97-AF65-F5344CB8AC3E}">
        <p14:creationId xmlns:p14="http://schemas.microsoft.com/office/powerpoint/2010/main" val="3055431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9EA4B6-0216-4B52-B223-7DD0C8A35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9"/>
            <a:ext cx="10515600" cy="1325563"/>
          </a:xfrm>
        </p:spPr>
        <p:txBody>
          <a:bodyPr>
            <a:normAutofit/>
          </a:bodyPr>
          <a:lstStyle/>
          <a:p>
            <a:r>
              <a:rPr lang="pt-BR" sz="3400" b="1" dirty="0">
                <a:solidFill>
                  <a:srgbClr val="8A0638"/>
                </a:solidFill>
                <a:latin typeface="+mn-lt"/>
              </a:rPr>
              <a:t>Apresentação do primeiro país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C9652-8672-45B8-893E-CAE13EE6D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220"/>
            <a:ext cx="10515600" cy="5085184"/>
          </a:xfrm>
        </p:spPr>
        <p:txBody>
          <a:bodyPr>
            <a:normAutofit fontScale="70000" lnSpcReduction="20000"/>
          </a:bodyPr>
          <a:lstStyle/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### 3. Como o sagrado e o profano são evidenciados na cultura do país?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pt-BR" sz="2000" b="1" dirty="0">
              <a:solidFill>
                <a:srgbClr val="515151"/>
              </a:solidFill>
            </a:endParaRP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No Tibete, o sagrado permeia quase todos os aspectos da vida cotidiana: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pt-BR" sz="2000" b="1" dirty="0">
              <a:solidFill>
                <a:srgbClr val="515151"/>
              </a:solidFill>
            </a:endParaRP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- **Sagrado**: A religião está entrelaçada com a vida diária; práticas como girar rodas de oração, entoar mantras, realizar peregrinações e participar de rituais são comuns. Locais como o Palácio de Potala e o Templo de </a:t>
            </a:r>
            <a:r>
              <a:rPr lang="pt-BR" sz="2000" b="1" dirty="0" err="1">
                <a:solidFill>
                  <a:srgbClr val="515151"/>
                </a:solidFill>
              </a:rPr>
              <a:t>Jokhang</a:t>
            </a:r>
            <a:r>
              <a:rPr lang="pt-BR" sz="2000" b="1" dirty="0">
                <a:solidFill>
                  <a:srgbClr val="515151"/>
                </a:solidFill>
              </a:rPr>
              <a:t> são considerados extremamente sagrados.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pt-BR" sz="2000" b="1" dirty="0">
              <a:solidFill>
                <a:srgbClr val="515151"/>
              </a:solidFill>
            </a:endParaRP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- **Profano**: A vida secular no Tibete é menos separada do sagrado. Até atividades do dia a dia, como a agricultura, são frequentemente realizadas com uma mentalidade espiritual. No entanto, com a modernização e a influência externa, algumas práticas culturais se distanciam da espiritualidade tradicional.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pt-BR" sz="2000" b="1" dirty="0">
              <a:solidFill>
                <a:srgbClr val="515151"/>
              </a:solidFill>
            </a:endParaRP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### 4. Existe </a:t>
            </a:r>
            <a:r>
              <a:rPr lang="pt-BR" sz="2000" b="1" dirty="0" err="1">
                <a:solidFill>
                  <a:srgbClr val="515151"/>
                </a:solidFill>
              </a:rPr>
              <a:t>fanatização</a:t>
            </a:r>
            <a:r>
              <a:rPr lang="pt-BR" sz="2000" b="1" dirty="0">
                <a:solidFill>
                  <a:srgbClr val="515151"/>
                </a:solidFill>
              </a:rPr>
              <a:t> da religião?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pt-BR" sz="2000" b="1" dirty="0">
              <a:solidFill>
                <a:srgbClr val="515151"/>
              </a:solidFill>
            </a:endParaRP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A </a:t>
            </a:r>
            <a:r>
              <a:rPr lang="pt-BR" sz="2000" b="1" dirty="0" err="1">
                <a:solidFill>
                  <a:srgbClr val="515151"/>
                </a:solidFill>
              </a:rPr>
              <a:t>fanatização</a:t>
            </a:r>
            <a:r>
              <a:rPr lang="pt-BR" sz="2000" b="1" dirty="0">
                <a:solidFill>
                  <a:srgbClr val="515151"/>
                </a:solidFill>
              </a:rPr>
              <a:t> religiosa no Tibete é rara. A devoção profunda e a vida monástica são comuns, mas não há histórico significativo de extremismo religioso. O Budismo Tibetano prega a compaixão, a paz e a não-violência, o que reflete na prática religiosa dos tibetanos.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pt-BR" sz="2000" b="1" dirty="0">
              <a:solidFill>
                <a:srgbClr val="515151"/>
              </a:solidFill>
            </a:endParaRP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### 5. Como a fé é vivenciada nesse país?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pt-BR" sz="2000" b="1" dirty="0">
              <a:solidFill>
                <a:srgbClr val="515151"/>
              </a:solidFill>
            </a:endParaRP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A fé no Tibete é vivenciada de forma extremamente integrada à vida cotidiana: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pt-BR" sz="2000" b="1" dirty="0">
              <a:solidFill>
                <a:srgbClr val="515151"/>
              </a:solidFill>
            </a:endParaRP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- **Ritualismo e Devoção**: A prática diária de rituais, como a recitação de mantras e a realização de prostrações, é comum.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- **Peregrinações**: As peregrinações a locais sagrados, como o Monte </a:t>
            </a:r>
            <a:r>
              <a:rPr lang="pt-BR" sz="2000" b="1" dirty="0" err="1">
                <a:solidFill>
                  <a:srgbClr val="515151"/>
                </a:solidFill>
              </a:rPr>
              <a:t>Kailash</a:t>
            </a:r>
            <a:r>
              <a:rPr lang="pt-BR" sz="2000" b="1" dirty="0">
                <a:solidFill>
                  <a:srgbClr val="515151"/>
                </a:solidFill>
              </a:rPr>
              <a:t>, são práticas espirituais de grande importância.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- **Comunidade Monástica**: Muitos tibetanos se tornam monges ou monjas, e os mosteiros desempenham um papel central na comunidade, tanto como centros espirituais quanto educacionais.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- **Sincretismo Religioso**: Embora o Budismo seja predominante, ele incorpora elementos do </a:t>
            </a:r>
            <a:r>
              <a:rPr lang="pt-BR" sz="2000" b="1" dirty="0" err="1">
                <a:solidFill>
                  <a:srgbClr val="515151"/>
                </a:solidFill>
              </a:rPr>
              <a:t>Bön</a:t>
            </a:r>
            <a:r>
              <a:rPr lang="pt-BR" sz="2000" b="1" dirty="0">
                <a:solidFill>
                  <a:srgbClr val="515151"/>
                </a:solidFill>
              </a:rPr>
              <a:t> e de outras tradições locais, criando uma forma única de espiritualidade tibetana.</a:t>
            </a:r>
          </a:p>
        </p:txBody>
      </p:sp>
    </p:spTree>
    <p:extLst>
      <p:ext uri="{BB962C8B-B14F-4D97-AF65-F5344CB8AC3E}">
        <p14:creationId xmlns:p14="http://schemas.microsoft.com/office/powerpoint/2010/main" val="961243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9EA4B6-0216-4B52-B223-7DD0C8A35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9"/>
            <a:ext cx="10515600" cy="1325563"/>
          </a:xfrm>
        </p:spPr>
        <p:txBody>
          <a:bodyPr>
            <a:normAutofit/>
          </a:bodyPr>
          <a:lstStyle/>
          <a:p>
            <a:r>
              <a:rPr lang="pt-BR" sz="3400" b="1" dirty="0">
                <a:solidFill>
                  <a:srgbClr val="8A0638"/>
                </a:solidFill>
                <a:latin typeface="+mn-lt"/>
              </a:rPr>
              <a:t>Apresentação do primeiro país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C9652-8672-45B8-893E-CAE13EE6D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220"/>
            <a:ext cx="10515600" cy="5085184"/>
          </a:xfrm>
        </p:spPr>
        <p:txBody>
          <a:bodyPr>
            <a:normAutofit fontScale="92500" lnSpcReduction="20000"/>
          </a:bodyPr>
          <a:lstStyle/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### 6. Quais são os pontos positivos e negativos das expressividades religiosas deste país?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pt-BR" sz="2000" b="1" dirty="0">
              <a:solidFill>
                <a:srgbClr val="515151"/>
              </a:solidFill>
            </a:endParaRP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**Pontos Positivos:**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pt-BR" sz="2000" b="1" dirty="0">
              <a:solidFill>
                <a:srgbClr val="515151"/>
              </a:solidFill>
            </a:endParaRP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- **Profunda Espiritualidade**: A espiritualidade está profundamente enraizada na vida dos tibetanos, promovendo uma cultura de compaixão, paz e introspecção.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- **Preservação Cultural**: A religião desempenha um papel crucial na preservação da cultura tibetana, especialmente em face de influências externas e mudanças políticas.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- **Comunidade e Solidariedade**: A vida comunitária, centrada nos mosteiros e na religião, promove uma forte coesão social e apoio mútuo.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pt-BR" sz="2000" b="1" dirty="0">
              <a:solidFill>
                <a:srgbClr val="515151"/>
              </a:solidFill>
            </a:endParaRP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**Pontos Negativos:**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pt-BR" sz="2000" b="1" dirty="0">
              <a:solidFill>
                <a:srgbClr val="515151"/>
              </a:solidFill>
            </a:endParaRP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- **Repressão Religiosa**: Sob o controle chinês, a expressão religiosa no Tibete enfrenta restrições severas, com a destruição de mosteiros e a perseguição a líderes espirituais.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- **Isolamento**: O foco na vida monástica e espiritual pode levar ao isolamento da comunidade e uma resistência à modernização e ao progresso econômico.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- **Superstição**: Em alguns casos, a fé pode se misturar com superstições, levando a práticas que não estão necessariamente alinhadas com os ensinamentos budistas centrais.</a:t>
            </a: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pt-BR" sz="2000" b="1" dirty="0">
              <a:solidFill>
                <a:srgbClr val="515151"/>
              </a:solidFill>
            </a:endParaRPr>
          </a:p>
          <a:p>
            <a:pPr marL="0" indent="0" algn="just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515151"/>
                </a:solidFill>
              </a:rPr>
              <a:t>A religiosidade no Tibete é marcada por uma rica tradição espiritual, mas também enfrenta desafios significativos, especialmente devido à repressão política. A devoção tibetana é uma força poderosa que continua a moldar a cultura e a identidade do povo tibetano.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93153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ED8BC-0A32-4236-9DD5-99849EED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400" b="1" dirty="0">
                <a:solidFill>
                  <a:srgbClr val="8A0638"/>
                </a:solidFill>
                <a:latin typeface="+mn-lt"/>
              </a:rPr>
              <a:t>Roteiro de viagem do primeiro país – parte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0F30BF-7698-4310-981E-70DA3D77D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Descreva os espaços turísticos sagrados do país.</a:t>
            </a:r>
          </a:p>
        </p:txBody>
      </p:sp>
    </p:spTree>
    <p:extLst>
      <p:ext uri="{BB962C8B-B14F-4D97-AF65-F5344CB8AC3E}">
        <p14:creationId xmlns:p14="http://schemas.microsoft.com/office/powerpoint/2010/main" val="457923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ED8BC-0A32-4236-9DD5-99849EED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400" b="1" dirty="0">
                <a:solidFill>
                  <a:srgbClr val="8A0638"/>
                </a:solidFill>
                <a:latin typeface="+mn-lt"/>
              </a:rPr>
              <a:t>Roteiro de viagem do primeiro país – parte 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0F30BF-7698-4310-981E-70DA3D77D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Descreva os espaços turísticos sagrados do país.</a:t>
            </a:r>
          </a:p>
          <a:p>
            <a:pPr marL="0" indent="0"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568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9EA4B6-0216-4B52-B223-7DD0C8A3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400" b="1" dirty="0">
                <a:solidFill>
                  <a:srgbClr val="8A0638"/>
                </a:solidFill>
                <a:latin typeface="+mn-lt"/>
              </a:rPr>
              <a:t>Apresentação do segundo país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CECF8C71-FA67-4DB8-9981-253392672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220"/>
            <a:ext cx="10515600" cy="5085184"/>
          </a:xfrm>
        </p:spPr>
        <p:txBody>
          <a:bodyPr/>
          <a:lstStyle/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O texto de apresentação deve conter:</a:t>
            </a:r>
          </a:p>
          <a:p>
            <a:pPr marL="457200" lvl="1" fontAlgn="t">
              <a:spcBef>
                <a:spcPts val="0"/>
              </a:spcBef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Tipos de religião predominantes.</a:t>
            </a:r>
          </a:p>
          <a:p>
            <a:pPr marL="457200" lvl="1" fontAlgn="t">
              <a:spcBef>
                <a:spcPts val="0"/>
              </a:spcBef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Características da cultura local.</a:t>
            </a:r>
          </a:p>
          <a:p>
            <a:pPr marL="457200" lvl="1" fontAlgn="t">
              <a:spcBef>
                <a:spcPts val="0"/>
              </a:spcBef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Como o sagrado e o profano são evidenciados na cultura do país? </a:t>
            </a:r>
          </a:p>
          <a:p>
            <a:pPr marL="457200" lvl="1" fontAlgn="t">
              <a:spcBef>
                <a:spcPts val="0"/>
              </a:spcBef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Existe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fanatização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da religião?</a:t>
            </a:r>
          </a:p>
          <a:p>
            <a:pPr marL="457200" lvl="1" fontAlgn="t">
              <a:spcBef>
                <a:spcPts val="0"/>
              </a:spcBef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Como a fé é vivenciada nesse país?</a:t>
            </a:r>
          </a:p>
          <a:p>
            <a:pPr marL="457200" lvl="1" fontAlgn="t">
              <a:spcBef>
                <a:spcPts val="0"/>
              </a:spcBef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Quais são os pontos positivos e negativos das expressividades religiosas deste país?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95477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9EA4B6-0216-4B52-B223-7DD0C8A3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400" b="1" dirty="0">
                <a:solidFill>
                  <a:srgbClr val="8A0638"/>
                </a:solidFill>
                <a:latin typeface="+mn-lt"/>
              </a:rPr>
              <a:t>JAPÃO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CECF8C71-FA67-4DB8-9981-253392672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220"/>
            <a:ext cx="10515600" cy="5085184"/>
          </a:xfrm>
        </p:spPr>
        <p:txBody>
          <a:bodyPr>
            <a:normAutofit fontScale="40000" lnSpcReduction="20000"/>
          </a:bodyPr>
          <a:lstStyle/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### 1. Tipos de religião predominantes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rgbClr val="515151"/>
              </a:solidFill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As religiões predominantes no Japão são o Xintoísmo e o Budismo.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rgbClr val="515151"/>
              </a:solidFill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- **Xintoísmo**: A religião nativa do Japão, centrada na veneração dos kami (espíritos ou deidades associadas à natureza). Não possui um fundador, escrituras sagradas centrais ou dogmas rígidos.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- **Budismo**: Introduzido no Japão no século VI, o Budismo, especialmente na forma do Zen e da Terra Pura, teve uma profunda influência cultural e espiritual, coexistindo harmonicamente com o Xintoísmo.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rgbClr val="515151"/>
              </a:solidFill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Além dessas, o **Cristianismo** e outras religiões minoritárias existem, mas têm uma presença bem menor.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rgbClr val="515151"/>
              </a:solidFill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### 2. Características da cultura local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rgbClr val="515151"/>
              </a:solidFill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- **Harmonia e Coletivismo**: A cultura japonesa valoriza a harmonia social, a disciplina e o respeito às tradições. O conceito de "</a:t>
            </a:r>
            <a:r>
              <a:rPr lang="pt-BR" sz="2000" b="1" dirty="0" err="1">
                <a:solidFill>
                  <a:srgbClr val="515151"/>
                </a:solidFill>
              </a:rPr>
              <a:t>wa</a:t>
            </a:r>
            <a:r>
              <a:rPr lang="pt-BR" sz="2000" b="1" dirty="0">
                <a:solidFill>
                  <a:srgbClr val="515151"/>
                </a:solidFill>
              </a:rPr>
              <a:t>" (harmonia) é central.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- **Rituais e Tradições**: Cerimônias como o chá, festivais (</a:t>
            </a:r>
            <a:r>
              <a:rPr lang="pt-BR" sz="2000" b="1" dirty="0" err="1">
                <a:solidFill>
                  <a:srgbClr val="515151"/>
                </a:solidFill>
              </a:rPr>
              <a:t>matsuri</a:t>
            </a:r>
            <a:r>
              <a:rPr lang="pt-BR" sz="2000" b="1" dirty="0">
                <a:solidFill>
                  <a:srgbClr val="515151"/>
                </a:solidFill>
              </a:rPr>
              <a:t>) e rituais de purificação são parte integral da vida cultural.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- **Estética e Minimalismo**: A cultura japonesa valoriza a beleza na simplicidade e o equilíbrio, evidenciado na arquitetura, na jardinagem (como os jardins zen) e na arte.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rgbClr val="515151"/>
              </a:solidFill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### 3. Como o sagrado e o profano são evidenciados na cultura do país?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rgbClr val="515151"/>
              </a:solidFill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No Japão, o sagrado e o profano coexistem de maneira fluida: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rgbClr val="515151"/>
              </a:solidFill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- **Sagrado**: Templos xintoístas e budistas são comuns e frequentados não só por devotos, mas por toda a população, especialmente em ocasiões especiais como o Ano Novo ou durante os festivais. A natureza é considerada sagrada, refletida na reverência pelos kami e na preservação de locais naturais.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rgbClr val="515151"/>
              </a:solidFill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- **Profano**: O profano é visto na vida cotidiana, onde aspectos religiosos não interferem diretamente. O Japão é um país altamente secular, onde práticas religiosas muitas vezes se misturam com a cultura popular, como o costume de casamentos cristãos por razões estéticas, mesmo entre não cristãos.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rgbClr val="515151"/>
              </a:solidFill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### 4. Existe </a:t>
            </a:r>
            <a:r>
              <a:rPr lang="pt-BR" sz="2000" b="1" dirty="0" err="1">
                <a:solidFill>
                  <a:srgbClr val="515151"/>
                </a:solidFill>
              </a:rPr>
              <a:t>fanatização</a:t>
            </a:r>
            <a:r>
              <a:rPr lang="pt-BR" sz="2000" b="1" dirty="0">
                <a:solidFill>
                  <a:srgbClr val="515151"/>
                </a:solidFill>
              </a:rPr>
              <a:t> da religião?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rgbClr val="515151"/>
              </a:solidFill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A </a:t>
            </a:r>
            <a:r>
              <a:rPr lang="pt-BR" sz="2000" b="1" dirty="0" err="1">
                <a:solidFill>
                  <a:srgbClr val="515151"/>
                </a:solidFill>
              </a:rPr>
              <a:t>fanatização</a:t>
            </a:r>
            <a:r>
              <a:rPr lang="pt-BR" sz="2000" b="1" dirty="0">
                <a:solidFill>
                  <a:srgbClr val="515151"/>
                </a:solidFill>
              </a:rPr>
              <a:t> religiosa é rara no Japão. A sociedade japonesa é predominantemente secular, e a prática religiosa tende a ser pessoal e ritualística, sem a imposição de crenças ou práticas sobre os outros. O foco geralmente está em tradições culturais e familiares, em vez de devoção fervorosa.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rgbClr val="515151"/>
              </a:solidFill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### 5. Como a fé é vivenciada nesse país?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rgbClr val="515151"/>
              </a:solidFill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A fé no Japão é vivenciada de forma tranquila e muitas vezes cultural: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rgbClr val="515151"/>
              </a:solidFill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- **Práticas Cotidianas**: Muitas pessoas participam de rituais religiosos como forma de honrar tradições, sem um compromisso profundo com uma doutrina religiosa.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- **Rituais Anuais**: Participação em festivais, visitas aos templos no Ano Novo, e celebrações de eventos como casamentos e funerais em contextos religiosos são comuns.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- **Sincretismo Religioso**: É comum as pessoas se identificarem tanto com o Xintoísmo quanto com o Budismo, e participarem de práticas de ambas as religiões.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rgbClr val="515151"/>
              </a:solidFill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### 6. Quais são os pontos positivos e negativos das expressividades religiosas deste país?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rgbClr val="515151"/>
              </a:solidFill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**Pontos Positivos:**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rgbClr val="515151"/>
              </a:solidFill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- **Harmonia e Tolerância**: A coexistência pacífica de diferentes crenças e a ausência de fanatismo religioso promovem uma sociedade harmoniosa.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- **Preservação Cultural**: As práticas religiosas contribuem para a preservação das tradições e da cultura japonesa, reforçando a identidade nacional.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- **Sincretismo**: A integração de diferentes tradições religiosas permite uma flexibilidade e adaptabilidade cultural.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rgbClr val="515151"/>
              </a:solidFill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**Pontos Negativos:**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rgbClr val="515151"/>
              </a:solidFill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- **Secularização Excessiva**: A perda de significado religioso profundo em algumas práticas pode levar a uma desconexão com os aspectos espirituais.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- **Relativismo**: A falta de ênfase em uma fé única pode criar uma visão relativista, onde as crenças religiosas são vistas mais como tradições culturais do que como práticas espirituais significativas.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- **Desinteresse entre os Jovens**: Há uma tendência crescente entre as gerações mais jovens de se distanciar das práticas religiosas tradicionais, o que pode levar à erosão de certas tradições culturais.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rgbClr val="515151"/>
              </a:solidFill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rgbClr val="515151"/>
                </a:solidFill>
              </a:rPr>
              <a:t>Essas questões refletem a complexidade da religião no Japão, onde tradição, cultura e espiritualidade estão profundamente interligadas.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8596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ED8BC-0A32-4236-9DD5-99849EED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400" b="1" dirty="0">
                <a:solidFill>
                  <a:srgbClr val="8A0638"/>
                </a:solidFill>
                <a:latin typeface="+mn-lt"/>
              </a:rPr>
              <a:t>Roteiro de viagem do segundo país – parte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0F30BF-7698-4310-981E-70DA3D77D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487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ED8BC-0A32-4236-9DD5-99849EED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400" b="1" dirty="0">
                <a:solidFill>
                  <a:srgbClr val="8A0638"/>
                </a:solidFill>
                <a:latin typeface="+mn-lt"/>
              </a:rPr>
              <a:t>Roteiro de viagem do segundo país – parte 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0F30BF-7698-4310-981E-70DA3D77D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396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989EDA-3BB6-46CD-90B9-300221C8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400" b="1" dirty="0">
                <a:solidFill>
                  <a:srgbClr val="8A0638"/>
                </a:solidFill>
                <a:latin typeface="+mn-lt"/>
              </a:rPr>
              <a:t>Espiritualidade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418F00-E20C-4B7C-B779-D948C962A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35"/>
            <a:ext cx="10515600" cy="4581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Descreva os pontos de unidade entre as espiritualidades dos países selecionados.</a:t>
            </a:r>
          </a:p>
        </p:txBody>
      </p:sp>
    </p:spTree>
    <p:extLst>
      <p:ext uri="{BB962C8B-B14F-4D97-AF65-F5344CB8AC3E}">
        <p14:creationId xmlns:p14="http://schemas.microsoft.com/office/powerpoint/2010/main" val="11149091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1843</Words>
  <Application>Microsoft Office PowerPoint</Application>
  <PresentationFormat>Widescreen</PresentationFormat>
  <Paragraphs>133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do Office</vt:lpstr>
      <vt:lpstr>Concurso Cultural</vt:lpstr>
      <vt:lpstr>Quais países foram escolhidos?</vt:lpstr>
      <vt:lpstr>Motivações da escolha</vt:lpstr>
      <vt:lpstr>Apresentação do primeiro país</vt:lpstr>
      <vt:lpstr>Apresentação do primeiro país</vt:lpstr>
      <vt:lpstr>Apresentação do primeiro país</vt:lpstr>
      <vt:lpstr>Apresentação do primeiro país</vt:lpstr>
      <vt:lpstr>Roteiro de viagem do primeiro país – parte 1</vt:lpstr>
      <vt:lpstr>Roteiro de viagem do primeiro país – parte 2</vt:lpstr>
      <vt:lpstr>Apresentação do segundo país</vt:lpstr>
      <vt:lpstr>JAPÃO</vt:lpstr>
      <vt:lpstr>Roteiro de viagem do segundo país – parte 1</vt:lpstr>
      <vt:lpstr>Roteiro de viagem do segundo país – parte 2</vt:lpstr>
      <vt:lpstr>Espiritualidade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Concurso Cultural</dc:title>
  <dc:creator>Sirlene Donaiski Motin</dc:creator>
  <cp:lastModifiedBy>HANDERSON GLEBER</cp:lastModifiedBy>
  <cp:revision>8</cp:revision>
  <dcterms:created xsi:type="dcterms:W3CDTF">2021-06-11T14:11:57Z</dcterms:created>
  <dcterms:modified xsi:type="dcterms:W3CDTF">2024-08-27T17:31:02Z</dcterms:modified>
</cp:coreProperties>
</file>